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sldIdLst>
    <p:sldId id="256" r:id="rId5"/>
    <p:sldId id="258" r:id="rId6"/>
    <p:sldId id="262" r:id="rId7"/>
    <p:sldId id="263" r:id="rId8"/>
    <p:sldId id="264" r:id="rId9"/>
    <p:sldId id="265" r:id="rId10"/>
    <p:sldId id="268" r:id="rId11"/>
    <p:sldId id="269" r:id="rId12"/>
    <p:sldId id="270" r:id="rId13"/>
    <p:sldId id="271" r:id="rId14"/>
    <p:sldId id="285" r:id="rId15"/>
    <p:sldId id="287" r:id="rId16"/>
    <p:sldId id="288" r:id="rId17"/>
    <p:sldId id="289" r:id="rId18"/>
    <p:sldId id="275" r:id="rId19"/>
    <p:sldId id="276" r:id="rId20"/>
    <p:sldId id="277" r:id="rId21"/>
  </p:sldIdLst>
  <p:sldSz cx="18288000" cy="10287000"/>
  <p:notesSz cx="18288000" cy="10287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50" d="100"/>
          <a:sy n="150" d="100"/>
        </p:scale>
        <p:origin x="-4762" y="-3139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123656" y="3251708"/>
            <a:ext cx="8040687" cy="756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40404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600" b="0" i="0">
                <a:solidFill>
                  <a:srgbClr val="404040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600" b="0" i="0">
                <a:solidFill>
                  <a:srgbClr val="404040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6999"/>
                </a:lnTo>
                <a:lnTo>
                  <a:pt x="18288000" y="10286999"/>
                </a:lnTo>
                <a:lnTo>
                  <a:pt x="18288000" y="0"/>
                </a:lnTo>
                <a:close/>
              </a:path>
            </a:pathLst>
          </a:custGeom>
          <a:solidFill>
            <a:srgbClr val="2A9F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600" b="0" i="0">
                <a:solidFill>
                  <a:srgbClr val="404040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011640" y="754380"/>
            <a:ext cx="6262370" cy="8788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600" b="0" i="0">
                <a:solidFill>
                  <a:srgbClr val="404040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273513" y="3012948"/>
            <a:ext cx="13740973" cy="24580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5.png"/><Relationship Id="rId7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2820" y="4510975"/>
            <a:ext cx="16066010" cy="5715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257800" y="2985753"/>
            <a:ext cx="8466455" cy="1061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6800" spc="100" dirty="0"/>
              <a:t>Angular Day3</a:t>
            </a:r>
            <a:endParaRPr sz="6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6C5A0A-2AD6-FC09-5820-421CC85F8D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98983" y="0"/>
            <a:ext cx="1152146" cy="55525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A358548-F91B-842E-38A3-EDB8F8E328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5809"/>
            <a:ext cx="1143000" cy="5715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3D215BD-84B7-F9D1-28D6-50FAEC2CF8C6}"/>
              </a:ext>
            </a:extLst>
          </p:cNvPr>
          <p:cNvSpPr txBox="1"/>
          <p:nvPr/>
        </p:nvSpPr>
        <p:spPr>
          <a:xfrm>
            <a:off x="5455691" y="8340790"/>
            <a:ext cx="9144000" cy="616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</a:pPr>
            <a:r>
              <a:rPr lang="en-US" sz="2400" b="1" dirty="0"/>
              <a:t>Ministry of Communications and Information Technology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A252AC-2EB1-BE0C-B4E9-74DF59592B6D}"/>
              </a:ext>
            </a:extLst>
          </p:cNvPr>
          <p:cNvSpPr txBox="1"/>
          <p:nvPr/>
        </p:nvSpPr>
        <p:spPr>
          <a:xfrm>
            <a:off x="6629400" y="7711375"/>
            <a:ext cx="9144000" cy="613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rtl="0" eaLnBrk="1" latinLnBrk="0" hangingPunct="1">
              <a:lnSpc>
                <a:spcPct val="160000"/>
              </a:lnSpc>
              <a:buNone/>
            </a:pPr>
            <a:r>
              <a:rPr lang="en-US" sz="2400" b="1" i="0" kern="1200" dirty="0">
                <a:solidFill>
                  <a:srgbClr val="444444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National Telecommunication Institute</a:t>
            </a:r>
            <a:endParaRPr lang="en-US" sz="2400" dirty="0">
              <a:effectLst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69978" y="2236624"/>
            <a:ext cx="0" cy="1095375"/>
          </a:xfrm>
          <a:custGeom>
            <a:avLst/>
            <a:gdLst/>
            <a:ahLst/>
            <a:cxnLst/>
            <a:rect l="l" t="t" r="r" b="b"/>
            <a:pathLst>
              <a:path h="1095375">
                <a:moveTo>
                  <a:pt x="0" y="0"/>
                </a:moveTo>
                <a:lnTo>
                  <a:pt x="1" y="1094874"/>
                </a:lnTo>
              </a:path>
            </a:pathLst>
          </a:custGeom>
          <a:ln w="50800">
            <a:solidFill>
              <a:srgbClr val="F05A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3069978" y="3714940"/>
            <a:ext cx="0" cy="1095375"/>
          </a:xfrm>
          <a:custGeom>
            <a:avLst/>
            <a:gdLst/>
            <a:ahLst/>
            <a:cxnLst/>
            <a:rect l="l" t="t" r="r" b="b"/>
            <a:pathLst>
              <a:path h="1095375">
                <a:moveTo>
                  <a:pt x="0" y="0"/>
                </a:moveTo>
                <a:lnTo>
                  <a:pt x="1" y="1094874"/>
                </a:lnTo>
              </a:path>
            </a:pathLst>
          </a:custGeom>
          <a:ln w="50800">
            <a:solidFill>
              <a:srgbClr val="F05A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069978" y="5193254"/>
            <a:ext cx="0" cy="1095375"/>
          </a:xfrm>
          <a:custGeom>
            <a:avLst/>
            <a:gdLst/>
            <a:ahLst/>
            <a:cxnLst/>
            <a:rect l="l" t="t" r="r" b="b"/>
            <a:pathLst>
              <a:path h="1095375">
                <a:moveTo>
                  <a:pt x="0" y="0"/>
                </a:moveTo>
                <a:lnTo>
                  <a:pt x="1" y="1094874"/>
                </a:lnTo>
              </a:path>
            </a:pathLst>
          </a:custGeom>
          <a:ln w="50800">
            <a:solidFill>
              <a:srgbClr val="F05A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069978" y="6671566"/>
            <a:ext cx="0" cy="1095375"/>
          </a:xfrm>
          <a:custGeom>
            <a:avLst/>
            <a:gdLst/>
            <a:ahLst/>
            <a:cxnLst/>
            <a:rect l="l" t="t" r="r" b="b"/>
            <a:pathLst>
              <a:path h="1095375">
                <a:moveTo>
                  <a:pt x="0" y="0"/>
                </a:moveTo>
                <a:lnTo>
                  <a:pt x="1" y="1094874"/>
                </a:lnTo>
              </a:path>
            </a:pathLst>
          </a:custGeom>
          <a:ln w="50800">
            <a:solidFill>
              <a:srgbClr val="F05A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069978" y="8192080"/>
            <a:ext cx="0" cy="1095375"/>
          </a:xfrm>
          <a:custGeom>
            <a:avLst/>
            <a:gdLst/>
            <a:ahLst/>
            <a:cxnLst/>
            <a:rect l="l" t="t" r="r" b="b"/>
            <a:pathLst>
              <a:path h="1095375">
                <a:moveTo>
                  <a:pt x="0" y="0"/>
                </a:moveTo>
                <a:lnTo>
                  <a:pt x="1" y="1094874"/>
                </a:lnTo>
              </a:path>
            </a:pathLst>
          </a:custGeom>
          <a:ln w="50800">
            <a:solidFill>
              <a:srgbClr val="F05A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704048" y="754380"/>
            <a:ext cx="8882380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40" dirty="0"/>
              <a:t>Improving</a:t>
            </a:r>
            <a:r>
              <a:rPr spc="-150" dirty="0"/>
              <a:t> </a:t>
            </a:r>
            <a:r>
              <a:rPr spc="45" dirty="0"/>
              <a:t>Our</a:t>
            </a:r>
            <a:r>
              <a:rPr spc="-145" dirty="0"/>
              <a:t> </a:t>
            </a:r>
            <a:r>
              <a:rPr spc="70" dirty="0"/>
              <a:t>Components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3420016" y="2485643"/>
            <a:ext cx="5081905" cy="6466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215" dirty="0">
                <a:solidFill>
                  <a:srgbClr val="404040"/>
                </a:solidFill>
                <a:latin typeface="Arial"/>
                <a:cs typeface="Arial"/>
              </a:rPr>
              <a:t>S</a:t>
            </a:r>
            <a:r>
              <a:rPr sz="3200" b="1" spc="204" dirty="0">
                <a:solidFill>
                  <a:srgbClr val="404040"/>
                </a:solidFill>
                <a:latin typeface="Arial"/>
                <a:cs typeface="Arial"/>
              </a:rPr>
              <a:t>t</a:t>
            </a:r>
            <a:r>
              <a:rPr sz="3200" b="1" spc="-40" dirty="0">
                <a:solidFill>
                  <a:srgbClr val="404040"/>
                </a:solidFill>
                <a:latin typeface="Arial"/>
                <a:cs typeface="Arial"/>
              </a:rPr>
              <a:t>ro</a:t>
            </a:r>
            <a:r>
              <a:rPr sz="3200" b="1" spc="-25" dirty="0">
                <a:solidFill>
                  <a:srgbClr val="404040"/>
                </a:solidFill>
                <a:latin typeface="Arial"/>
                <a:cs typeface="Arial"/>
              </a:rPr>
              <a:t>n</a:t>
            </a:r>
            <a:r>
              <a:rPr sz="3200" b="1" dirty="0">
                <a:solidFill>
                  <a:srgbClr val="404040"/>
                </a:solidFill>
                <a:latin typeface="Arial"/>
                <a:cs typeface="Arial"/>
              </a:rPr>
              <a:t>g</a:t>
            </a:r>
            <a:r>
              <a:rPr sz="3200" b="1" spc="-5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3200" b="1" spc="204" dirty="0">
                <a:solidFill>
                  <a:srgbClr val="404040"/>
                </a:solidFill>
                <a:latin typeface="Arial"/>
                <a:cs typeface="Arial"/>
              </a:rPr>
              <a:t>t</a:t>
            </a:r>
            <a:r>
              <a:rPr sz="3200" b="1" spc="-10" dirty="0">
                <a:solidFill>
                  <a:srgbClr val="404040"/>
                </a:solidFill>
                <a:latin typeface="Arial"/>
                <a:cs typeface="Arial"/>
              </a:rPr>
              <a:t>y</a:t>
            </a:r>
            <a:r>
              <a:rPr sz="3200" b="1" spc="-15" dirty="0">
                <a:solidFill>
                  <a:srgbClr val="404040"/>
                </a:solidFill>
                <a:latin typeface="Arial"/>
                <a:cs typeface="Arial"/>
              </a:rPr>
              <a:t>p</a:t>
            </a:r>
            <a:r>
              <a:rPr sz="3200" b="1" spc="-55" dirty="0">
                <a:solidFill>
                  <a:srgbClr val="404040"/>
                </a:solidFill>
                <a:latin typeface="Arial"/>
                <a:cs typeface="Arial"/>
              </a:rPr>
              <a:t>i</a:t>
            </a:r>
            <a:r>
              <a:rPr sz="3200" b="1" spc="-25" dirty="0">
                <a:solidFill>
                  <a:srgbClr val="404040"/>
                </a:solidFill>
                <a:latin typeface="Arial"/>
                <a:cs typeface="Arial"/>
              </a:rPr>
              <a:t>n</a:t>
            </a:r>
            <a:r>
              <a:rPr sz="3200" b="1" dirty="0">
                <a:solidFill>
                  <a:srgbClr val="404040"/>
                </a:solidFill>
                <a:latin typeface="Arial"/>
                <a:cs typeface="Arial"/>
              </a:rPr>
              <a:t>g</a:t>
            </a:r>
            <a:r>
              <a:rPr sz="3200" b="1" spc="-5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3200" b="1" spc="-245" dirty="0">
                <a:solidFill>
                  <a:srgbClr val="404040"/>
                </a:solidFill>
                <a:latin typeface="Arial"/>
                <a:cs typeface="Arial"/>
              </a:rPr>
              <a:t>&amp;</a:t>
            </a:r>
            <a:r>
              <a:rPr sz="3200" b="1" spc="-5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3200" b="1" spc="-55" dirty="0">
                <a:solidFill>
                  <a:srgbClr val="404040"/>
                </a:solidFill>
                <a:latin typeface="Arial"/>
                <a:cs typeface="Arial"/>
              </a:rPr>
              <a:t>i</a:t>
            </a:r>
            <a:r>
              <a:rPr sz="3200" b="1" spc="-25" dirty="0">
                <a:solidFill>
                  <a:srgbClr val="404040"/>
                </a:solidFill>
                <a:latin typeface="Arial"/>
                <a:cs typeface="Arial"/>
              </a:rPr>
              <a:t>n</a:t>
            </a:r>
            <a:r>
              <a:rPr sz="3200" b="1" spc="165" dirty="0">
                <a:solidFill>
                  <a:srgbClr val="404040"/>
                </a:solidFill>
                <a:latin typeface="Arial"/>
                <a:cs typeface="Arial"/>
              </a:rPr>
              <a:t>t</a:t>
            </a:r>
            <a:r>
              <a:rPr sz="3200" b="1" spc="105" dirty="0">
                <a:solidFill>
                  <a:srgbClr val="404040"/>
                </a:solidFill>
                <a:latin typeface="Arial"/>
                <a:cs typeface="Arial"/>
              </a:rPr>
              <a:t>e</a:t>
            </a:r>
            <a:r>
              <a:rPr sz="3200" b="1" spc="5" dirty="0">
                <a:solidFill>
                  <a:srgbClr val="404040"/>
                </a:solidFill>
                <a:latin typeface="Arial"/>
                <a:cs typeface="Arial"/>
              </a:rPr>
              <a:t>r</a:t>
            </a:r>
            <a:r>
              <a:rPr sz="3200" b="1" dirty="0">
                <a:solidFill>
                  <a:srgbClr val="404040"/>
                </a:solidFill>
                <a:latin typeface="Arial"/>
                <a:cs typeface="Arial"/>
              </a:rPr>
              <a:t>f</a:t>
            </a:r>
            <a:r>
              <a:rPr sz="3200" b="1" spc="-20" dirty="0">
                <a:solidFill>
                  <a:srgbClr val="404040"/>
                </a:solidFill>
                <a:latin typeface="Arial"/>
                <a:cs typeface="Arial"/>
              </a:rPr>
              <a:t>a</a:t>
            </a:r>
            <a:r>
              <a:rPr sz="3200" b="1" spc="65" dirty="0">
                <a:solidFill>
                  <a:srgbClr val="404040"/>
                </a:solidFill>
                <a:latin typeface="Arial"/>
                <a:cs typeface="Arial"/>
              </a:rPr>
              <a:t>c</a:t>
            </a:r>
            <a:r>
              <a:rPr sz="3200" b="1" spc="105" dirty="0">
                <a:solidFill>
                  <a:srgbClr val="404040"/>
                </a:solidFill>
                <a:latin typeface="Arial"/>
                <a:cs typeface="Arial"/>
              </a:rPr>
              <a:t>e</a:t>
            </a:r>
            <a:r>
              <a:rPr sz="3200" b="1" spc="-229" dirty="0">
                <a:solidFill>
                  <a:srgbClr val="404040"/>
                </a:solidFill>
                <a:latin typeface="Arial"/>
                <a:cs typeface="Arial"/>
              </a:rPr>
              <a:t>s</a:t>
            </a:r>
            <a:endParaRPr sz="3200" dirty="0">
              <a:latin typeface="Arial"/>
              <a:cs typeface="Arial"/>
            </a:endParaRPr>
          </a:p>
          <a:p>
            <a:pPr marL="12700" marR="1085850">
              <a:lnSpc>
                <a:spcPct val="303100"/>
              </a:lnSpc>
            </a:pPr>
            <a:r>
              <a:rPr sz="3200" b="1" spc="-25" dirty="0">
                <a:solidFill>
                  <a:srgbClr val="404040"/>
                </a:solidFill>
                <a:latin typeface="Arial"/>
                <a:cs typeface="Arial"/>
              </a:rPr>
              <a:t>Encapsulating</a:t>
            </a:r>
            <a:r>
              <a:rPr sz="3200" b="1" spc="-7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3200" b="1" spc="-45" dirty="0">
                <a:solidFill>
                  <a:srgbClr val="404040"/>
                </a:solidFill>
                <a:latin typeface="Arial"/>
                <a:cs typeface="Arial"/>
              </a:rPr>
              <a:t>styles </a:t>
            </a:r>
            <a:r>
              <a:rPr sz="3200" b="1" spc="-87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3200" b="1" spc="5" dirty="0">
                <a:solidFill>
                  <a:srgbClr val="404040"/>
                </a:solidFill>
                <a:latin typeface="Arial"/>
                <a:cs typeface="Arial"/>
              </a:rPr>
              <a:t>Lifecycle </a:t>
            </a:r>
            <a:r>
              <a:rPr sz="3200" b="1" spc="-95" dirty="0">
                <a:solidFill>
                  <a:srgbClr val="404040"/>
                </a:solidFill>
                <a:latin typeface="Arial"/>
                <a:cs typeface="Arial"/>
              </a:rPr>
              <a:t>hooks </a:t>
            </a:r>
            <a:r>
              <a:rPr sz="3200" b="1" spc="-9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3200" b="1" spc="-20" dirty="0">
                <a:solidFill>
                  <a:srgbClr val="404040"/>
                </a:solidFill>
                <a:latin typeface="Arial"/>
                <a:cs typeface="Arial"/>
              </a:rPr>
              <a:t>Custom</a:t>
            </a:r>
            <a:r>
              <a:rPr sz="3200" b="1" spc="-5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3200" b="1" spc="-30" dirty="0">
                <a:solidFill>
                  <a:srgbClr val="404040"/>
                </a:solidFill>
                <a:latin typeface="Arial"/>
                <a:cs typeface="Arial"/>
              </a:rPr>
              <a:t>pipes</a:t>
            </a:r>
            <a:endParaRPr sz="32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45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935"/>
              </a:spcBef>
            </a:pPr>
            <a:r>
              <a:rPr sz="3200" b="1" spc="30" dirty="0">
                <a:solidFill>
                  <a:srgbClr val="404040"/>
                </a:solidFill>
                <a:latin typeface="Arial"/>
                <a:cs typeface="Arial"/>
              </a:rPr>
              <a:t>Nested</a:t>
            </a:r>
            <a:r>
              <a:rPr sz="3200" b="1" spc="-9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3200" b="1" spc="-5" dirty="0">
                <a:solidFill>
                  <a:srgbClr val="404040"/>
                </a:solidFill>
                <a:latin typeface="Arial"/>
                <a:cs typeface="Arial"/>
              </a:rPr>
              <a:t>components</a:t>
            </a:r>
            <a:endParaRPr sz="3200" dirty="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8195" y="2144713"/>
            <a:ext cx="1308247" cy="1217611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00497" y="6580187"/>
            <a:ext cx="883643" cy="121602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32003" y="3624262"/>
            <a:ext cx="1020629" cy="1216025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34306" y="5102225"/>
            <a:ext cx="1216025" cy="1216025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493074" y="8101013"/>
            <a:ext cx="1098489" cy="121602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2A764DC-03F8-F40C-B46F-B743162528E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25809"/>
            <a:ext cx="1143000" cy="5715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B1964D6-CF62-51E6-15BD-76C9C0B851F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098983" y="0"/>
            <a:ext cx="1152146" cy="55525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66839" y="3583940"/>
            <a:ext cx="10954385" cy="304927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065" marR="5080" algn="ctr">
              <a:lnSpc>
                <a:spcPct val="100299"/>
              </a:lnSpc>
              <a:spcBef>
                <a:spcPts val="75"/>
              </a:spcBef>
            </a:pPr>
            <a:r>
              <a:rPr sz="6600" spc="-120" dirty="0">
                <a:solidFill>
                  <a:srgbClr val="FFFFFF"/>
                </a:solidFill>
              </a:rPr>
              <a:t>An</a:t>
            </a:r>
            <a:r>
              <a:rPr sz="6600" spc="-150" dirty="0">
                <a:solidFill>
                  <a:srgbClr val="FFFFFF"/>
                </a:solidFill>
              </a:rPr>
              <a:t> </a:t>
            </a:r>
            <a:r>
              <a:rPr sz="6600" spc="110" dirty="0">
                <a:solidFill>
                  <a:srgbClr val="FFFF00"/>
                </a:solidFill>
              </a:rPr>
              <a:t>interface</a:t>
            </a:r>
            <a:r>
              <a:rPr sz="6600" spc="-145" dirty="0">
                <a:solidFill>
                  <a:srgbClr val="FFFF00"/>
                </a:solidFill>
              </a:rPr>
              <a:t> </a:t>
            </a:r>
            <a:r>
              <a:rPr sz="6600" spc="-195" dirty="0">
                <a:solidFill>
                  <a:srgbClr val="FFFFFF"/>
                </a:solidFill>
              </a:rPr>
              <a:t>is</a:t>
            </a:r>
            <a:r>
              <a:rPr sz="6600" spc="-150" dirty="0">
                <a:solidFill>
                  <a:srgbClr val="FFFFFF"/>
                </a:solidFill>
              </a:rPr>
              <a:t> </a:t>
            </a:r>
            <a:r>
              <a:rPr sz="6600" spc="-200" dirty="0">
                <a:solidFill>
                  <a:srgbClr val="FFFFFF"/>
                </a:solidFill>
              </a:rPr>
              <a:t>a</a:t>
            </a:r>
            <a:r>
              <a:rPr sz="6600" spc="-145" dirty="0">
                <a:solidFill>
                  <a:srgbClr val="FFFFFF"/>
                </a:solidFill>
              </a:rPr>
              <a:t> </a:t>
            </a:r>
            <a:r>
              <a:rPr sz="6600" spc="75" dirty="0">
                <a:solidFill>
                  <a:srgbClr val="FFFF00"/>
                </a:solidFill>
              </a:rPr>
              <a:t>specification </a:t>
            </a:r>
            <a:r>
              <a:rPr sz="6600" spc="-1739" dirty="0">
                <a:solidFill>
                  <a:srgbClr val="FFFF00"/>
                </a:solidFill>
              </a:rPr>
              <a:t> </a:t>
            </a:r>
            <a:r>
              <a:rPr sz="6600" spc="110" dirty="0">
                <a:solidFill>
                  <a:srgbClr val="FFFFFF"/>
                </a:solidFill>
              </a:rPr>
              <a:t>identifying </a:t>
            </a:r>
            <a:r>
              <a:rPr sz="6600" spc="-200" dirty="0">
                <a:solidFill>
                  <a:srgbClr val="FFFFFF"/>
                </a:solidFill>
              </a:rPr>
              <a:t>a </a:t>
            </a:r>
            <a:r>
              <a:rPr sz="6600" spc="65" dirty="0">
                <a:solidFill>
                  <a:srgbClr val="FFFFFF"/>
                </a:solidFill>
              </a:rPr>
              <a:t>related </a:t>
            </a:r>
            <a:r>
              <a:rPr sz="6600" spc="85" dirty="0">
                <a:solidFill>
                  <a:srgbClr val="FFFFFF"/>
                </a:solidFill>
              </a:rPr>
              <a:t>set </a:t>
            </a:r>
            <a:r>
              <a:rPr sz="6600" spc="180" dirty="0">
                <a:solidFill>
                  <a:srgbClr val="FFFFFF"/>
                </a:solidFill>
              </a:rPr>
              <a:t>of </a:t>
            </a:r>
            <a:r>
              <a:rPr sz="6600" spc="185" dirty="0">
                <a:solidFill>
                  <a:srgbClr val="FFFFFF"/>
                </a:solidFill>
              </a:rPr>
              <a:t> </a:t>
            </a:r>
            <a:r>
              <a:rPr sz="6600" spc="95" dirty="0">
                <a:solidFill>
                  <a:srgbClr val="FFFFFF"/>
                </a:solidFill>
              </a:rPr>
              <a:t>properties</a:t>
            </a:r>
            <a:r>
              <a:rPr sz="6600" spc="-165" dirty="0">
                <a:solidFill>
                  <a:srgbClr val="FFFFFF"/>
                </a:solidFill>
              </a:rPr>
              <a:t> </a:t>
            </a:r>
            <a:r>
              <a:rPr sz="6600" spc="65" dirty="0">
                <a:solidFill>
                  <a:srgbClr val="FFFFFF"/>
                </a:solidFill>
              </a:rPr>
              <a:t>and</a:t>
            </a:r>
            <a:r>
              <a:rPr sz="6600" spc="-165" dirty="0">
                <a:solidFill>
                  <a:srgbClr val="FFFFFF"/>
                </a:solidFill>
              </a:rPr>
              <a:t> </a:t>
            </a:r>
            <a:r>
              <a:rPr sz="6600" spc="-10" dirty="0">
                <a:solidFill>
                  <a:srgbClr val="FFFFFF"/>
                </a:solidFill>
              </a:rPr>
              <a:t>methods.</a:t>
            </a:r>
            <a:endParaRPr sz="66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748B1F-1239-76EF-26F6-2FA1C0DD21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809"/>
            <a:ext cx="1143000" cy="571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3C6FEDA-4E77-255F-D701-4E733D220D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98983" y="0"/>
            <a:ext cx="1152146" cy="55525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77066" y="754380"/>
            <a:ext cx="9335770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55" dirty="0"/>
              <a:t>T</a:t>
            </a:r>
            <a:r>
              <a:rPr spc="-270" dirty="0"/>
              <a:t>w</a:t>
            </a:r>
            <a:r>
              <a:rPr spc="55" dirty="0"/>
              <a:t>o</a:t>
            </a:r>
            <a:r>
              <a:rPr spc="-120" dirty="0"/>
              <a:t> </a:t>
            </a:r>
            <a:r>
              <a:rPr spc="-375" dirty="0"/>
              <a:t>W</a:t>
            </a:r>
            <a:r>
              <a:rPr spc="-170" dirty="0"/>
              <a:t>a</a:t>
            </a:r>
            <a:r>
              <a:rPr spc="-20" dirty="0"/>
              <a:t>y</a:t>
            </a:r>
            <a:r>
              <a:rPr spc="-250" dirty="0"/>
              <a:t>s</a:t>
            </a:r>
            <a:r>
              <a:rPr spc="-130" dirty="0"/>
              <a:t> </a:t>
            </a:r>
            <a:r>
              <a:rPr spc="375" dirty="0"/>
              <a:t>t</a:t>
            </a:r>
            <a:r>
              <a:rPr spc="55" dirty="0"/>
              <a:t>o</a:t>
            </a:r>
            <a:r>
              <a:rPr spc="-120" dirty="0"/>
              <a:t> </a:t>
            </a:r>
            <a:r>
              <a:rPr spc="-170" dirty="0"/>
              <a:t>U</a:t>
            </a:r>
            <a:r>
              <a:rPr spc="-254" dirty="0"/>
              <a:t>s</a:t>
            </a:r>
            <a:r>
              <a:rPr spc="20" dirty="0"/>
              <a:t>e</a:t>
            </a:r>
            <a:r>
              <a:rPr spc="-125" dirty="0"/>
              <a:t> </a:t>
            </a:r>
            <a:r>
              <a:rPr spc="-170" dirty="0"/>
              <a:t>a</a:t>
            </a:r>
            <a:r>
              <a:rPr spc="114" dirty="0"/>
              <a:t>n</a:t>
            </a:r>
            <a:r>
              <a:rPr spc="-135" dirty="0"/>
              <a:t> I</a:t>
            </a:r>
            <a:r>
              <a:rPr spc="105" dirty="0"/>
              <a:t>n</a:t>
            </a:r>
            <a:r>
              <a:rPr spc="375" dirty="0"/>
              <a:t>t</a:t>
            </a:r>
            <a:r>
              <a:rPr spc="20" dirty="0"/>
              <a:t>e</a:t>
            </a:r>
            <a:r>
              <a:rPr spc="80" dirty="0"/>
              <a:t>r</a:t>
            </a:r>
            <a:r>
              <a:rPr spc="250" dirty="0"/>
              <a:t>f</a:t>
            </a:r>
            <a:r>
              <a:rPr spc="-170" dirty="0"/>
              <a:t>a</a:t>
            </a:r>
            <a:r>
              <a:rPr spc="235" dirty="0"/>
              <a:t>c</a:t>
            </a:r>
            <a:r>
              <a:rPr spc="20" dirty="0"/>
              <a:t>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81101" y="6733540"/>
            <a:ext cx="190881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b="1" spc="-100" dirty="0">
                <a:solidFill>
                  <a:srgbClr val="404040"/>
                </a:solidFill>
                <a:latin typeface="Tahoma"/>
                <a:cs typeface="Tahoma"/>
              </a:rPr>
              <a:t>As</a:t>
            </a:r>
            <a:r>
              <a:rPr sz="3400" b="1" spc="-11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3400" b="1" spc="-170" dirty="0">
                <a:solidFill>
                  <a:srgbClr val="404040"/>
                </a:solidFill>
                <a:latin typeface="Tahoma"/>
                <a:cs typeface="Tahoma"/>
              </a:rPr>
              <a:t>a</a:t>
            </a:r>
            <a:r>
              <a:rPr sz="3400" b="1" spc="-114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3400" b="1" spc="-65" dirty="0">
                <a:solidFill>
                  <a:srgbClr val="404040"/>
                </a:solidFill>
                <a:latin typeface="Tahoma"/>
                <a:cs typeface="Tahoma"/>
              </a:rPr>
              <a:t>t</a:t>
            </a:r>
            <a:r>
              <a:rPr sz="3400" b="1" spc="-114" dirty="0">
                <a:solidFill>
                  <a:srgbClr val="404040"/>
                </a:solidFill>
                <a:latin typeface="Tahoma"/>
                <a:cs typeface="Tahoma"/>
              </a:rPr>
              <a:t>y</a:t>
            </a:r>
            <a:r>
              <a:rPr sz="3400" b="1" spc="-45" dirty="0">
                <a:solidFill>
                  <a:srgbClr val="404040"/>
                </a:solidFill>
                <a:latin typeface="Tahoma"/>
                <a:cs typeface="Tahoma"/>
              </a:rPr>
              <a:t>p</a:t>
            </a:r>
            <a:r>
              <a:rPr sz="3400" b="1" spc="-20" dirty="0">
                <a:solidFill>
                  <a:srgbClr val="404040"/>
                </a:solidFill>
                <a:latin typeface="Tahoma"/>
                <a:cs typeface="Tahoma"/>
              </a:rPr>
              <a:t>e</a:t>
            </a:r>
            <a:endParaRPr sz="3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644100" y="4712715"/>
            <a:ext cx="321818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b="1" spc="-95" dirty="0">
                <a:solidFill>
                  <a:srgbClr val="404040"/>
                </a:solidFill>
                <a:latin typeface="Tahoma"/>
                <a:cs typeface="Tahoma"/>
              </a:rPr>
              <a:t>A</a:t>
            </a:r>
            <a:r>
              <a:rPr sz="3400" b="1" spc="-105" dirty="0">
                <a:solidFill>
                  <a:srgbClr val="404040"/>
                </a:solidFill>
                <a:latin typeface="Tahoma"/>
                <a:cs typeface="Tahoma"/>
              </a:rPr>
              <a:t>s</a:t>
            </a:r>
            <a:r>
              <a:rPr sz="3400" b="1" spc="-110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3400" b="1" spc="-170" dirty="0">
                <a:solidFill>
                  <a:srgbClr val="404040"/>
                </a:solidFill>
                <a:latin typeface="Tahoma"/>
                <a:cs typeface="Tahoma"/>
              </a:rPr>
              <a:t>a</a:t>
            </a:r>
            <a:r>
              <a:rPr sz="3400" b="1" spc="-114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3400" b="1" spc="-105" dirty="0">
                <a:solidFill>
                  <a:srgbClr val="404040"/>
                </a:solidFill>
                <a:latin typeface="Tahoma"/>
                <a:cs typeface="Tahoma"/>
              </a:rPr>
              <a:t>f</a:t>
            </a:r>
            <a:r>
              <a:rPr sz="3400" b="1" spc="-25" dirty="0">
                <a:solidFill>
                  <a:srgbClr val="404040"/>
                </a:solidFill>
                <a:latin typeface="Tahoma"/>
                <a:cs typeface="Tahoma"/>
              </a:rPr>
              <a:t>e</a:t>
            </a:r>
            <a:r>
              <a:rPr sz="3400" b="1" spc="-220" dirty="0">
                <a:solidFill>
                  <a:srgbClr val="404040"/>
                </a:solidFill>
                <a:latin typeface="Tahoma"/>
                <a:cs typeface="Tahoma"/>
              </a:rPr>
              <a:t>a</a:t>
            </a:r>
            <a:r>
              <a:rPr sz="3400" b="1" spc="-65" dirty="0">
                <a:solidFill>
                  <a:srgbClr val="404040"/>
                </a:solidFill>
                <a:latin typeface="Tahoma"/>
                <a:cs typeface="Tahoma"/>
              </a:rPr>
              <a:t>t</a:t>
            </a:r>
            <a:r>
              <a:rPr sz="3400" b="1" spc="-110" dirty="0">
                <a:solidFill>
                  <a:srgbClr val="404040"/>
                </a:solidFill>
                <a:latin typeface="Tahoma"/>
                <a:cs typeface="Tahoma"/>
              </a:rPr>
              <a:t>ure</a:t>
            </a:r>
            <a:r>
              <a:rPr sz="3400" b="1" spc="-114" dirty="0">
                <a:solidFill>
                  <a:srgbClr val="404040"/>
                </a:solidFill>
                <a:latin typeface="Tahoma"/>
                <a:cs typeface="Tahoma"/>
              </a:rPr>
              <a:t> </a:t>
            </a:r>
            <a:r>
              <a:rPr sz="3400" b="1" spc="-105" dirty="0">
                <a:solidFill>
                  <a:srgbClr val="404040"/>
                </a:solidFill>
                <a:latin typeface="Tahoma"/>
                <a:cs typeface="Tahoma"/>
              </a:rPr>
              <a:t>s</a:t>
            </a:r>
            <a:r>
              <a:rPr sz="3400" b="1" spc="-25" dirty="0">
                <a:solidFill>
                  <a:srgbClr val="404040"/>
                </a:solidFill>
                <a:latin typeface="Tahoma"/>
                <a:cs typeface="Tahoma"/>
              </a:rPr>
              <a:t>e</a:t>
            </a:r>
            <a:r>
              <a:rPr sz="3400" b="1" spc="-60" dirty="0">
                <a:solidFill>
                  <a:srgbClr val="404040"/>
                </a:solidFill>
                <a:latin typeface="Tahoma"/>
                <a:cs typeface="Tahoma"/>
              </a:rPr>
              <a:t>t</a:t>
            </a:r>
            <a:endParaRPr sz="34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17598" y="2313581"/>
            <a:ext cx="6235700" cy="4309110"/>
          </a:xfrm>
          <a:prstGeom prst="rect">
            <a:avLst/>
          </a:prstGeom>
          <a:ln w="9525">
            <a:solidFill>
              <a:srgbClr val="675BA7"/>
            </a:solidFill>
          </a:ln>
        </p:spPr>
        <p:txBody>
          <a:bodyPr vert="horz" wrap="square" lIns="0" tIns="8255" rIns="0" bIns="0" rtlCol="0">
            <a:spAutoFit/>
          </a:bodyPr>
          <a:lstStyle/>
          <a:p>
            <a:pPr marL="608330" marR="298450" indent="-425450">
              <a:lnSpc>
                <a:spcPct val="99700"/>
              </a:lnSpc>
              <a:spcBef>
                <a:spcPts val="65"/>
              </a:spcBef>
            </a:pPr>
            <a:r>
              <a:rPr sz="2800" spc="-10" dirty="0">
                <a:solidFill>
                  <a:srgbClr val="0000FF"/>
                </a:solidFill>
                <a:latin typeface="Courier New"/>
                <a:cs typeface="Courier New"/>
              </a:rPr>
              <a:t>export interface </a:t>
            </a:r>
            <a:r>
              <a:rPr sz="2800" spc="-10" dirty="0">
                <a:latin typeface="Courier New"/>
                <a:cs typeface="Courier New"/>
              </a:rPr>
              <a:t>IProduct </a:t>
            </a:r>
            <a:r>
              <a:rPr sz="2800" dirty="0">
                <a:latin typeface="Courier New"/>
                <a:cs typeface="Courier New"/>
              </a:rPr>
              <a:t>{ </a:t>
            </a:r>
            <a:r>
              <a:rPr sz="2800" spc="-1670" dirty="0">
                <a:latin typeface="Courier New"/>
                <a:cs typeface="Courier New"/>
              </a:rPr>
              <a:t> </a:t>
            </a:r>
            <a:r>
              <a:rPr sz="2800" spc="-10" dirty="0">
                <a:latin typeface="Courier New"/>
                <a:cs typeface="Courier New"/>
              </a:rPr>
              <a:t>productId: number; </a:t>
            </a:r>
            <a:r>
              <a:rPr sz="2800" spc="-5" dirty="0">
                <a:latin typeface="Courier New"/>
                <a:cs typeface="Courier New"/>
              </a:rPr>
              <a:t> </a:t>
            </a:r>
            <a:r>
              <a:rPr sz="2800" spc="-10" dirty="0">
                <a:latin typeface="Courier New"/>
                <a:cs typeface="Courier New"/>
              </a:rPr>
              <a:t>productName: string; </a:t>
            </a:r>
            <a:r>
              <a:rPr sz="2800" spc="-5" dirty="0">
                <a:latin typeface="Courier New"/>
                <a:cs typeface="Courier New"/>
              </a:rPr>
              <a:t> </a:t>
            </a:r>
            <a:r>
              <a:rPr sz="2800" spc="-10" dirty="0">
                <a:latin typeface="Courier New"/>
                <a:cs typeface="Courier New"/>
              </a:rPr>
              <a:t>productCode: string; </a:t>
            </a:r>
            <a:r>
              <a:rPr sz="2800" spc="-5" dirty="0">
                <a:latin typeface="Courier New"/>
                <a:cs typeface="Courier New"/>
              </a:rPr>
              <a:t> </a:t>
            </a:r>
            <a:r>
              <a:rPr sz="2800" spc="-10" dirty="0">
                <a:latin typeface="Courier New"/>
                <a:cs typeface="Courier New"/>
              </a:rPr>
              <a:t>releaseDate: string; </a:t>
            </a:r>
            <a:r>
              <a:rPr sz="2800" spc="-5" dirty="0">
                <a:latin typeface="Courier New"/>
                <a:cs typeface="Courier New"/>
              </a:rPr>
              <a:t> </a:t>
            </a:r>
            <a:r>
              <a:rPr sz="2800" spc="-10" dirty="0">
                <a:latin typeface="Courier New"/>
                <a:cs typeface="Courier New"/>
              </a:rPr>
              <a:t>price: number; </a:t>
            </a:r>
            <a:r>
              <a:rPr sz="2800" spc="-5" dirty="0">
                <a:latin typeface="Courier New"/>
                <a:cs typeface="Courier New"/>
              </a:rPr>
              <a:t> </a:t>
            </a:r>
            <a:r>
              <a:rPr sz="2800" spc="-10" dirty="0">
                <a:latin typeface="Courier New"/>
                <a:cs typeface="Courier New"/>
              </a:rPr>
              <a:t>description: string; </a:t>
            </a:r>
            <a:r>
              <a:rPr sz="2800" spc="-5" dirty="0">
                <a:latin typeface="Courier New"/>
                <a:cs typeface="Courier New"/>
              </a:rPr>
              <a:t> </a:t>
            </a:r>
            <a:r>
              <a:rPr sz="2800" spc="-10" dirty="0">
                <a:latin typeface="Courier New"/>
                <a:cs typeface="Courier New"/>
              </a:rPr>
              <a:t>starRating: number; </a:t>
            </a:r>
            <a:r>
              <a:rPr sz="2800" spc="-5" dirty="0">
                <a:latin typeface="Courier New"/>
                <a:cs typeface="Courier New"/>
              </a:rPr>
              <a:t> </a:t>
            </a:r>
            <a:r>
              <a:rPr sz="2800" spc="-10" dirty="0">
                <a:latin typeface="Courier New"/>
                <a:cs typeface="Courier New"/>
              </a:rPr>
              <a:t>imageUrl:</a:t>
            </a:r>
            <a:r>
              <a:rPr sz="2800" spc="-25" dirty="0">
                <a:latin typeface="Courier New"/>
                <a:cs typeface="Courier New"/>
              </a:rPr>
              <a:t> </a:t>
            </a:r>
            <a:r>
              <a:rPr sz="2800" spc="-10" dirty="0">
                <a:latin typeface="Courier New"/>
                <a:cs typeface="Courier New"/>
              </a:rPr>
              <a:t>string;</a:t>
            </a:r>
            <a:endParaRPr sz="2800">
              <a:latin typeface="Courier New"/>
              <a:cs typeface="Courier New"/>
            </a:endParaRPr>
          </a:p>
          <a:p>
            <a:pPr marL="182880">
              <a:lnSpc>
                <a:spcPct val="100000"/>
              </a:lnSpc>
              <a:spcBef>
                <a:spcPts val="45"/>
              </a:spcBef>
            </a:pPr>
            <a:r>
              <a:rPr sz="2800" dirty="0">
                <a:latin typeface="Courier New"/>
                <a:cs typeface="Courier New"/>
              </a:rPr>
              <a:t>}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474928" y="2313581"/>
            <a:ext cx="7226300" cy="2154555"/>
          </a:xfrm>
          <a:prstGeom prst="rect">
            <a:avLst/>
          </a:prstGeom>
          <a:ln w="9525">
            <a:solidFill>
              <a:srgbClr val="675BA7"/>
            </a:solidFill>
          </a:ln>
        </p:spPr>
        <p:txBody>
          <a:bodyPr vert="horz" wrap="square" lIns="0" tIns="19050" rIns="0" bIns="0" rtlCol="0">
            <a:spAutoFit/>
          </a:bodyPr>
          <a:lstStyle/>
          <a:p>
            <a:pPr marL="820419" marR="1289050" indent="-638175">
              <a:lnSpc>
                <a:spcPts val="3290"/>
              </a:lnSpc>
              <a:spcBef>
                <a:spcPts val="150"/>
              </a:spcBef>
            </a:pPr>
            <a:r>
              <a:rPr sz="2800" spc="-10" dirty="0">
                <a:solidFill>
                  <a:srgbClr val="0000FF"/>
                </a:solidFill>
                <a:latin typeface="Courier New"/>
                <a:cs typeface="Courier New"/>
              </a:rPr>
              <a:t>export interface </a:t>
            </a:r>
            <a:r>
              <a:rPr sz="2800" spc="-10" dirty="0">
                <a:latin typeface="Courier New"/>
                <a:cs typeface="Courier New"/>
              </a:rPr>
              <a:t>DoTiming </a:t>
            </a:r>
            <a:r>
              <a:rPr sz="2800" dirty="0">
                <a:latin typeface="Courier New"/>
                <a:cs typeface="Courier New"/>
              </a:rPr>
              <a:t>{ </a:t>
            </a:r>
            <a:r>
              <a:rPr sz="2800" spc="-1670" dirty="0">
                <a:latin typeface="Courier New"/>
                <a:cs typeface="Courier New"/>
              </a:rPr>
              <a:t> </a:t>
            </a:r>
            <a:r>
              <a:rPr sz="2800" spc="-10" dirty="0">
                <a:latin typeface="Courier New"/>
                <a:cs typeface="Courier New"/>
              </a:rPr>
              <a:t>count:</a:t>
            </a:r>
            <a:r>
              <a:rPr sz="2800" spc="-25" dirty="0">
                <a:latin typeface="Courier New"/>
                <a:cs typeface="Courier New"/>
              </a:rPr>
              <a:t> </a:t>
            </a:r>
            <a:r>
              <a:rPr sz="2800" spc="-10" dirty="0">
                <a:latin typeface="Courier New"/>
                <a:cs typeface="Courier New"/>
              </a:rPr>
              <a:t>number;</a:t>
            </a:r>
            <a:endParaRPr sz="2800">
              <a:latin typeface="Courier New"/>
              <a:cs typeface="Courier New"/>
            </a:endParaRPr>
          </a:p>
          <a:p>
            <a:pPr marL="820419" marR="653415">
              <a:lnSpc>
                <a:spcPts val="3310"/>
              </a:lnSpc>
              <a:spcBef>
                <a:spcPts val="100"/>
              </a:spcBef>
            </a:pPr>
            <a:r>
              <a:rPr sz="2800" spc="-10" dirty="0">
                <a:latin typeface="Courier New"/>
                <a:cs typeface="Courier New"/>
              </a:rPr>
              <a:t>start(index: number): void; </a:t>
            </a:r>
            <a:r>
              <a:rPr sz="2800" spc="-1670" dirty="0">
                <a:latin typeface="Courier New"/>
                <a:cs typeface="Courier New"/>
              </a:rPr>
              <a:t> </a:t>
            </a:r>
            <a:r>
              <a:rPr sz="2800" spc="-10" dirty="0">
                <a:latin typeface="Courier New"/>
                <a:cs typeface="Courier New"/>
              </a:rPr>
              <a:t>stop():</a:t>
            </a:r>
            <a:r>
              <a:rPr sz="2800" spc="-25" dirty="0">
                <a:latin typeface="Courier New"/>
                <a:cs typeface="Courier New"/>
              </a:rPr>
              <a:t> </a:t>
            </a:r>
            <a:r>
              <a:rPr sz="2800" spc="-10" dirty="0">
                <a:latin typeface="Courier New"/>
                <a:cs typeface="Courier New"/>
              </a:rPr>
              <a:t>void;</a:t>
            </a:r>
            <a:endParaRPr sz="2800">
              <a:latin typeface="Courier New"/>
              <a:cs typeface="Courier New"/>
            </a:endParaRPr>
          </a:p>
          <a:p>
            <a:pPr marL="182245">
              <a:lnSpc>
                <a:spcPts val="3285"/>
              </a:lnSpc>
            </a:pPr>
            <a:r>
              <a:rPr sz="2800" dirty="0">
                <a:latin typeface="Courier New"/>
                <a:cs typeface="Courier New"/>
              </a:rPr>
              <a:t>}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17598" y="7558123"/>
            <a:ext cx="6235700" cy="523240"/>
          </a:xfrm>
          <a:prstGeom prst="rect">
            <a:avLst/>
          </a:prstGeom>
          <a:ln w="9525">
            <a:solidFill>
              <a:srgbClr val="2A9FBC"/>
            </a:solidFill>
          </a:ln>
        </p:spPr>
        <p:txBody>
          <a:bodyPr vert="horz" wrap="square" lIns="0" tIns="32384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254"/>
              </a:spcBef>
            </a:pPr>
            <a:r>
              <a:rPr sz="2800" spc="-10" dirty="0">
                <a:latin typeface="Courier New"/>
                <a:cs typeface="Courier New"/>
              </a:rPr>
              <a:t>products:</a:t>
            </a:r>
            <a:r>
              <a:rPr sz="2800" spc="-40" dirty="0">
                <a:latin typeface="Courier New"/>
                <a:cs typeface="Courier New"/>
              </a:rPr>
              <a:t> </a:t>
            </a:r>
            <a:r>
              <a:rPr sz="2800" spc="-10" dirty="0">
                <a:latin typeface="Courier New"/>
                <a:cs typeface="Courier New"/>
              </a:rPr>
              <a:t>IProduct[]</a:t>
            </a:r>
            <a:r>
              <a:rPr sz="2800" spc="-35" dirty="0">
                <a:latin typeface="Courier New"/>
                <a:cs typeface="Courier New"/>
              </a:rPr>
              <a:t> </a:t>
            </a:r>
            <a:r>
              <a:rPr sz="2800" dirty="0">
                <a:latin typeface="Courier New"/>
                <a:cs typeface="Courier New"/>
              </a:rPr>
              <a:t>=</a:t>
            </a:r>
            <a:r>
              <a:rPr sz="2800" spc="-35" dirty="0">
                <a:latin typeface="Courier New"/>
                <a:cs typeface="Courier New"/>
              </a:rPr>
              <a:t> </a:t>
            </a:r>
            <a:r>
              <a:rPr sz="2800" spc="-10" dirty="0">
                <a:latin typeface="Courier New"/>
                <a:cs typeface="Courier New"/>
              </a:rPr>
              <a:t>[];</a:t>
            </a:r>
            <a:endParaRPr sz="28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474928" y="5619130"/>
            <a:ext cx="7226300" cy="4401820"/>
          </a:xfrm>
          <a:prstGeom prst="rect">
            <a:avLst/>
          </a:prstGeom>
          <a:ln w="9525">
            <a:solidFill>
              <a:srgbClr val="2A9FBC"/>
            </a:solidFill>
          </a:ln>
        </p:spPr>
        <p:txBody>
          <a:bodyPr vert="horz" wrap="square" lIns="0" tIns="32384" rIns="0" bIns="0" rtlCol="0">
            <a:spAutoFit/>
          </a:bodyPr>
          <a:lstStyle/>
          <a:p>
            <a:pPr marL="90805">
              <a:lnSpc>
                <a:spcPts val="3335"/>
              </a:lnSpc>
              <a:spcBef>
                <a:spcPts val="254"/>
              </a:spcBef>
            </a:pPr>
            <a:r>
              <a:rPr sz="2800" spc="-10" dirty="0">
                <a:solidFill>
                  <a:srgbClr val="0000FF"/>
                </a:solidFill>
                <a:latin typeface="Courier New"/>
                <a:cs typeface="Courier New"/>
              </a:rPr>
              <a:t>export</a:t>
            </a:r>
            <a:r>
              <a:rPr sz="2800" spc="-5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2800" spc="-10" dirty="0">
                <a:solidFill>
                  <a:srgbClr val="0000FF"/>
                </a:solidFill>
                <a:latin typeface="Courier New"/>
                <a:cs typeface="Courier New"/>
              </a:rPr>
              <a:t>class</a:t>
            </a:r>
            <a:r>
              <a:rPr sz="2800" spc="-4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2800" spc="-10" dirty="0">
                <a:latin typeface="Courier New"/>
                <a:cs typeface="Courier New"/>
              </a:rPr>
              <a:t>myComponent</a:t>
            </a:r>
            <a:endParaRPr sz="2800">
              <a:latin typeface="Courier New"/>
              <a:cs typeface="Courier New"/>
            </a:endParaRPr>
          </a:p>
          <a:p>
            <a:pPr marL="2431415">
              <a:lnSpc>
                <a:spcPts val="3335"/>
              </a:lnSpc>
            </a:pPr>
            <a:r>
              <a:rPr sz="2800" spc="-10" dirty="0">
                <a:solidFill>
                  <a:srgbClr val="0000FF"/>
                </a:solidFill>
                <a:latin typeface="Courier New"/>
                <a:cs typeface="Courier New"/>
              </a:rPr>
              <a:t>implements</a:t>
            </a:r>
            <a:r>
              <a:rPr sz="2800" spc="-5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2800" spc="-10" dirty="0">
                <a:latin typeface="Courier New"/>
                <a:cs typeface="Courier New"/>
              </a:rPr>
              <a:t>DoTiming</a:t>
            </a:r>
            <a:r>
              <a:rPr sz="2800" spc="-45" dirty="0">
                <a:latin typeface="Courier New"/>
                <a:cs typeface="Courier New"/>
              </a:rPr>
              <a:t> </a:t>
            </a:r>
            <a:r>
              <a:rPr sz="2800" dirty="0">
                <a:latin typeface="Courier New"/>
                <a:cs typeface="Courier New"/>
              </a:rPr>
              <a:t>{</a:t>
            </a:r>
            <a:endParaRPr sz="2800">
              <a:latin typeface="Courier New"/>
              <a:cs typeface="Courier New"/>
            </a:endParaRPr>
          </a:p>
          <a:p>
            <a:pPr marL="516890" marR="744855">
              <a:lnSpc>
                <a:spcPts val="3310"/>
              </a:lnSpc>
              <a:spcBef>
                <a:spcPts val="180"/>
              </a:spcBef>
            </a:pPr>
            <a:r>
              <a:rPr sz="2800" spc="-10" dirty="0">
                <a:latin typeface="Courier New"/>
                <a:cs typeface="Courier New"/>
              </a:rPr>
              <a:t>count: number </a:t>
            </a:r>
            <a:r>
              <a:rPr sz="2800" dirty="0">
                <a:latin typeface="Courier New"/>
                <a:cs typeface="Courier New"/>
              </a:rPr>
              <a:t>= </a:t>
            </a:r>
            <a:r>
              <a:rPr sz="2800" spc="-10" dirty="0">
                <a:latin typeface="Courier New"/>
                <a:cs typeface="Courier New"/>
              </a:rPr>
              <a:t>0; </a:t>
            </a:r>
            <a:r>
              <a:rPr sz="2800" spc="-5" dirty="0">
                <a:latin typeface="Courier New"/>
                <a:cs typeface="Courier New"/>
              </a:rPr>
              <a:t> </a:t>
            </a:r>
            <a:r>
              <a:rPr sz="2800" spc="-10" dirty="0">
                <a:latin typeface="Courier New"/>
                <a:cs typeface="Courier New"/>
              </a:rPr>
              <a:t>start(index:</a:t>
            </a:r>
            <a:r>
              <a:rPr sz="2800" spc="-40" dirty="0">
                <a:latin typeface="Courier New"/>
                <a:cs typeface="Courier New"/>
              </a:rPr>
              <a:t> </a:t>
            </a:r>
            <a:r>
              <a:rPr sz="2800" spc="-10" dirty="0">
                <a:latin typeface="Courier New"/>
                <a:cs typeface="Courier New"/>
              </a:rPr>
              <a:t>number):</a:t>
            </a:r>
            <a:r>
              <a:rPr sz="2800" spc="-40" dirty="0">
                <a:latin typeface="Courier New"/>
                <a:cs typeface="Courier New"/>
              </a:rPr>
              <a:t> </a:t>
            </a:r>
            <a:r>
              <a:rPr sz="2800" spc="-10" dirty="0">
                <a:latin typeface="Courier New"/>
                <a:cs typeface="Courier New"/>
              </a:rPr>
              <a:t>void</a:t>
            </a:r>
            <a:r>
              <a:rPr sz="2800" spc="-35" dirty="0">
                <a:latin typeface="Courier New"/>
                <a:cs typeface="Courier New"/>
              </a:rPr>
              <a:t> </a:t>
            </a:r>
            <a:r>
              <a:rPr sz="2800" dirty="0">
                <a:latin typeface="Courier New"/>
                <a:cs typeface="Courier New"/>
              </a:rPr>
              <a:t>{</a:t>
            </a:r>
            <a:endParaRPr sz="2800">
              <a:latin typeface="Courier New"/>
              <a:cs typeface="Courier New"/>
            </a:endParaRPr>
          </a:p>
          <a:p>
            <a:pPr marL="942340">
              <a:lnSpc>
                <a:spcPts val="3285"/>
              </a:lnSpc>
            </a:pPr>
            <a:r>
              <a:rPr sz="2800" spc="-10" dirty="0">
                <a:latin typeface="Courier New"/>
                <a:cs typeface="Courier New"/>
              </a:rPr>
              <a:t>...</a:t>
            </a:r>
            <a:endParaRPr sz="2800">
              <a:latin typeface="Courier New"/>
              <a:cs typeface="Courier New"/>
            </a:endParaRPr>
          </a:p>
          <a:p>
            <a:pPr marL="516890">
              <a:lnSpc>
                <a:spcPts val="3335"/>
              </a:lnSpc>
              <a:spcBef>
                <a:spcPts val="45"/>
              </a:spcBef>
            </a:pPr>
            <a:r>
              <a:rPr sz="2800" dirty="0">
                <a:latin typeface="Courier New"/>
                <a:cs typeface="Courier New"/>
              </a:rPr>
              <a:t>}</a:t>
            </a:r>
            <a:endParaRPr sz="2800">
              <a:latin typeface="Courier New"/>
              <a:cs typeface="Courier New"/>
            </a:endParaRPr>
          </a:p>
          <a:p>
            <a:pPr marL="516890">
              <a:lnSpc>
                <a:spcPts val="3335"/>
              </a:lnSpc>
            </a:pPr>
            <a:r>
              <a:rPr sz="2800" spc="-10" dirty="0">
                <a:latin typeface="Courier New"/>
                <a:cs typeface="Courier New"/>
              </a:rPr>
              <a:t>stop():</a:t>
            </a:r>
            <a:r>
              <a:rPr sz="2800" spc="-50" dirty="0">
                <a:latin typeface="Courier New"/>
                <a:cs typeface="Courier New"/>
              </a:rPr>
              <a:t> </a:t>
            </a:r>
            <a:r>
              <a:rPr sz="2800" spc="-10" dirty="0">
                <a:latin typeface="Courier New"/>
                <a:cs typeface="Courier New"/>
              </a:rPr>
              <a:t>void</a:t>
            </a:r>
            <a:r>
              <a:rPr sz="2800" spc="-45" dirty="0">
                <a:latin typeface="Courier New"/>
                <a:cs typeface="Courier New"/>
              </a:rPr>
              <a:t> </a:t>
            </a:r>
            <a:r>
              <a:rPr sz="2800" dirty="0">
                <a:latin typeface="Courier New"/>
                <a:cs typeface="Courier New"/>
              </a:rPr>
              <a:t>{</a:t>
            </a:r>
            <a:endParaRPr sz="2800">
              <a:latin typeface="Courier New"/>
              <a:cs typeface="Courier New"/>
            </a:endParaRPr>
          </a:p>
          <a:p>
            <a:pPr marL="942340">
              <a:lnSpc>
                <a:spcPts val="3335"/>
              </a:lnSpc>
              <a:spcBef>
                <a:spcPts val="25"/>
              </a:spcBef>
            </a:pPr>
            <a:r>
              <a:rPr sz="2800" spc="-10" dirty="0">
                <a:latin typeface="Courier New"/>
                <a:cs typeface="Courier New"/>
              </a:rPr>
              <a:t>...</a:t>
            </a:r>
            <a:endParaRPr sz="2800">
              <a:latin typeface="Courier New"/>
              <a:cs typeface="Courier New"/>
            </a:endParaRPr>
          </a:p>
          <a:p>
            <a:pPr marL="516890">
              <a:lnSpc>
                <a:spcPts val="3335"/>
              </a:lnSpc>
            </a:pPr>
            <a:r>
              <a:rPr sz="2800" dirty="0">
                <a:latin typeface="Courier New"/>
                <a:cs typeface="Courier New"/>
              </a:rPr>
              <a:t>}</a:t>
            </a:r>
            <a:endParaRPr sz="2800">
              <a:latin typeface="Courier New"/>
              <a:cs typeface="Courier New"/>
            </a:endParaRPr>
          </a:p>
          <a:p>
            <a:pPr marL="90805">
              <a:lnSpc>
                <a:spcPct val="100000"/>
              </a:lnSpc>
              <a:spcBef>
                <a:spcPts val="25"/>
              </a:spcBef>
            </a:pPr>
            <a:r>
              <a:rPr sz="2800" dirty="0">
                <a:latin typeface="Courier New"/>
                <a:cs typeface="Courier New"/>
              </a:rPr>
              <a:t>}</a:t>
            </a:r>
            <a:endParaRPr sz="2800">
              <a:latin typeface="Courier New"/>
              <a:cs typeface="Courier New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B1E885C-0307-7AC5-31B6-DC2E3FAC59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809"/>
            <a:ext cx="1143000" cy="5715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EB58CAA-F2D8-63AE-48D3-00E35F42F6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98983" y="0"/>
            <a:ext cx="1152146" cy="55525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41738" y="754380"/>
            <a:ext cx="11807190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Declaring</a:t>
            </a:r>
            <a:r>
              <a:rPr spc="-135" dirty="0"/>
              <a:t> </a:t>
            </a:r>
            <a:r>
              <a:rPr spc="-25" dirty="0"/>
              <a:t>an</a:t>
            </a:r>
            <a:r>
              <a:rPr spc="-130" dirty="0"/>
              <a:t> </a:t>
            </a:r>
            <a:r>
              <a:rPr spc="85" dirty="0"/>
              <a:t>Interface</a:t>
            </a:r>
            <a:r>
              <a:rPr spc="-130" dirty="0"/>
              <a:t> </a:t>
            </a:r>
            <a:r>
              <a:rPr spc="-210" dirty="0"/>
              <a:t>as</a:t>
            </a:r>
            <a:r>
              <a:rPr spc="-130" dirty="0"/>
              <a:t> </a:t>
            </a:r>
            <a:r>
              <a:rPr spc="-170" dirty="0"/>
              <a:t>a</a:t>
            </a:r>
            <a:r>
              <a:rPr spc="-120" dirty="0"/>
              <a:t> </a:t>
            </a:r>
            <a:r>
              <a:rPr spc="-75" dirty="0"/>
              <a:t>Data</a:t>
            </a:r>
            <a:r>
              <a:rPr spc="-125" dirty="0"/>
              <a:t> </a:t>
            </a:r>
            <a:r>
              <a:rPr spc="-105" dirty="0"/>
              <a:t>Type</a:t>
            </a:r>
          </a:p>
        </p:txBody>
      </p:sp>
      <p:sp>
        <p:nvSpPr>
          <p:cNvPr id="3" name="object 3"/>
          <p:cNvSpPr/>
          <p:nvPr/>
        </p:nvSpPr>
        <p:spPr>
          <a:xfrm>
            <a:off x="3973998" y="1885950"/>
            <a:ext cx="10340340" cy="5715635"/>
          </a:xfrm>
          <a:custGeom>
            <a:avLst/>
            <a:gdLst/>
            <a:ahLst/>
            <a:cxnLst/>
            <a:rect l="l" t="t" r="r" b="b"/>
            <a:pathLst>
              <a:path w="10340340" h="5715634">
                <a:moveTo>
                  <a:pt x="0" y="0"/>
                </a:moveTo>
                <a:lnTo>
                  <a:pt x="10340001" y="0"/>
                </a:lnTo>
                <a:lnTo>
                  <a:pt x="10340001" y="5715026"/>
                </a:lnTo>
                <a:lnTo>
                  <a:pt x="0" y="5715026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675BA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052739" y="1857755"/>
            <a:ext cx="6626225" cy="170497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990600" marR="5080" indent="-977900">
              <a:lnSpc>
                <a:spcPct val="114700"/>
              </a:lnSpc>
              <a:spcBef>
                <a:spcPts val="110"/>
              </a:spcBef>
            </a:pPr>
            <a:r>
              <a:rPr sz="3200" dirty="0">
                <a:solidFill>
                  <a:srgbClr val="0000FF"/>
                </a:solidFill>
                <a:latin typeface="Courier New"/>
                <a:cs typeface="Courier New"/>
              </a:rPr>
              <a:t>export interface </a:t>
            </a:r>
            <a:r>
              <a:rPr sz="3200" dirty="0">
                <a:solidFill>
                  <a:srgbClr val="404040"/>
                </a:solidFill>
                <a:latin typeface="Courier New"/>
                <a:cs typeface="Courier New"/>
              </a:rPr>
              <a:t>IProduct { </a:t>
            </a:r>
            <a:r>
              <a:rPr sz="3200" spc="-191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3200" dirty="0">
                <a:solidFill>
                  <a:srgbClr val="404040"/>
                </a:solidFill>
                <a:latin typeface="Courier New"/>
                <a:cs typeface="Courier New"/>
              </a:rPr>
              <a:t>productId: </a:t>
            </a:r>
            <a:r>
              <a:rPr sz="3200" dirty="0">
                <a:solidFill>
                  <a:srgbClr val="0000FF"/>
                </a:solidFill>
                <a:latin typeface="Courier New"/>
                <a:cs typeface="Courier New"/>
              </a:rPr>
              <a:t>number</a:t>
            </a:r>
            <a:r>
              <a:rPr sz="3200" dirty="0">
                <a:solidFill>
                  <a:srgbClr val="404040"/>
                </a:solidFill>
                <a:latin typeface="Courier New"/>
                <a:cs typeface="Courier New"/>
              </a:rPr>
              <a:t>; </a:t>
            </a:r>
            <a:r>
              <a:rPr sz="3200" spc="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3200" dirty="0">
                <a:solidFill>
                  <a:srgbClr val="404040"/>
                </a:solidFill>
                <a:latin typeface="Courier New"/>
                <a:cs typeface="Courier New"/>
              </a:rPr>
              <a:t>productName:</a:t>
            </a:r>
            <a:r>
              <a:rPr sz="3200" spc="-2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3200" dirty="0">
                <a:solidFill>
                  <a:srgbClr val="0000FF"/>
                </a:solidFill>
                <a:latin typeface="Courier New"/>
                <a:cs typeface="Courier New"/>
              </a:rPr>
              <a:t>string</a:t>
            </a:r>
            <a:r>
              <a:rPr sz="3200" dirty="0">
                <a:solidFill>
                  <a:srgbClr val="404040"/>
                </a:solidFill>
                <a:latin typeface="Courier New"/>
                <a:cs typeface="Courier New"/>
              </a:rPr>
              <a:t>;</a:t>
            </a:r>
            <a:endParaRPr sz="32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30639" y="3546347"/>
            <a:ext cx="4914900" cy="22631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14"/>
              </a:spcBef>
            </a:pPr>
            <a:r>
              <a:rPr sz="3200" dirty="0">
                <a:solidFill>
                  <a:srgbClr val="404040"/>
                </a:solidFill>
                <a:latin typeface="Courier New"/>
                <a:cs typeface="Courier New"/>
              </a:rPr>
              <a:t>productCode:</a:t>
            </a:r>
            <a:r>
              <a:rPr sz="3200" spc="-9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3200" dirty="0">
                <a:solidFill>
                  <a:srgbClr val="0000FF"/>
                </a:solidFill>
                <a:latin typeface="Courier New"/>
                <a:cs typeface="Courier New"/>
              </a:rPr>
              <a:t>string</a:t>
            </a:r>
            <a:r>
              <a:rPr sz="3200" dirty="0">
                <a:solidFill>
                  <a:srgbClr val="404040"/>
                </a:solidFill>
                <a:latin typeface="Courier New"/>
                <a:cs typeface="Courier New"/>
              </a:rPr>
              <a:t>; </a:t>
            </a:r>
            <a:r>
              <a:rPr sz="3200" spc="-190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3200" dirty="0">
                <a:solidFill>
                  <a:srgbClr val="404040"/>
                </a:solidFill>
                <a:latin typeface="Courier New"/>
                <a:cs typeface="Courier New"/>
              </a:rPr>
              <a:t>releaseDate: </a:t>
            </a:r>
            <a:r>
              <a:rPr sz="3200" dirty="0">
                <a:solidFill>
                  <a:srgbClr val="0000FF"/>
                </a:solidFill>
                <a:latin typeface="Courier New"/>
                <a:cs typeface="Courier New"/>
              </a:rPr>
              <a:t>Date</a:t>
            </a:r>
            <a:r>
              <a:rPr sz="3200" dirty="0">
                <a:solidFill>
                  <a:srgbClr val="404040"/>
                </a:solidFill>
                <a:latin typeface="Courier New"/>
                <a:cs typeface="Courier New"/>
              </a:rPr>
              <a:t>; </a:t>
            </a:r>
            <a:r>
              <a:rPr sz="3200" spc="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3200" dirty="0">
                <a:solidFill>
                  <a:srgbClr val="404040"/>
                </a:solidFill>
                <a:latin typeface="Courier New"/>
                <a:cs typeface="Courier New"/>
              </a:rPr>
              <a:t>price: </a:t>
            </a:r>
            <a:r>
              <a:rPr sz="3200" dirty="0">
                <a:solidFill>
                  <a:srgbClr val="0000FF"/>
                </a:solidFill>
                <a:latin typeface="Courier New"/>
                <a:cs typeface="Courier New"/>
              </a:rPr>
              <a:t>number</a:t>
            </a:r>
            <a:r>
              <a:rPr sz="3200" dirty="0">
                <a:solidFill>
                  <a:srgbClr val="404040"/>
                </a:solidFill>
                <a:latin typeface="Courier New"/>
                <a:cs typeface="Courier New"/>
              </a:rPr>
              <a:t>; </a:t>
            </a:r>
            <a:r>
              <a:rPr sz="3200" spc="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3200" dirty="0">
                <a:solidFill>
                  <a:srgbClr val="404040"/>
                </a:solidFill>
                <a:latin typeface="Courier New"/>
                <a:cs typeface="Courier New"/>
              </a:rPr>
              <a:t>description:</a:t>
            </a:r>
            <a:r>
              <a:rPr sz="3200" spc="-9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3200" dirty="0">
                <a:solidFill>
                  <a:srgbClr val="0000FF"/>
                </a:solidFill>
                <a:latin typeface="Courier New"/>
                <a:cs typeface="Courier New"/>
              </a:rPr>
              <a:t>string</a:t>
            </a:r>
            <a:r>
              <a:rPr sz="3200" dirty="0">
                <a:solidFill>
                  <a:srgbClr val="404040"/>
                </a:solidFill>
                <a:latin typeface="Courier New"/>
                <a:cs typeface="Courier New"/>
              </a:rPr>
              <a:t>;</a:t>
            </a:r>
            <a:endParaRPr sz="32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30639" y="5786628"/>
            <a:ext cx="4670425" cy="1141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399"/>
              </a:lnSpc>
              <a:spcBef>
                <a:spcPts val="100"/>
              </a:spcBef>
            </a:pPr>
            <a:r>
              <a:rPr sz="3200" dirty="0">
                <a:solidFill>
                  <a:srgbClr val="404040"/>
                </a:solidFill>
                <a:latin typeface="Courier New"/>
                <a:cs typeface="Courier New"/>
              </a:rPr>
              <a:t>starRating:</a:t>
            </a:r>
            <a:r>
              <a:rPr sz="3200" spc="-9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3200" dirty="0">
                <a:solidFill>
                  <a:srgbClr val="0000FF"/>
                </a:solidFill>
                <a:latin typeface="Courier New"/>
                <a:cs typeface="Courier New"/>
              </a:rPr>
              <a:t>number</a:t>
            </a:r>
            <a:r>
              <a:rPr sz="3200" dirty="0">
                <a:solidFill>
                  <a:srgbClr val="404040"/>
                </a:solidFill>
                <a:latin typeface="Courier New"/>
                <a:cs typeface="Courier New"/>
              </a:rPr>
              <a:t>; </a:t>
            </a:r>
            <a:r>
              <a:rPr sz="3200" spc="-1905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3200" dirty="0">
                <a:solidFill>
                  <a:srgbClr val="404040"/>
                </a:solidFill>
                <a:latin typeface="Courier New"/>
                <a:cs typeface="Courier New"/>
              </a:rPr>
              <a:t>imageUrl:</a:t>
            </a:r>
            <a:r>
              <a:rPr sz="3200" spc="-30" dirty="0">
                <a:solidFill>
                  <a:srgbClr val="404040"/>
                </a:solidFill>
                <a:latin typeface="Courier New"/>
                <a:cs typeface="Courier New"/>
              </a:rPr>
              <a:t> </a:t>
            </a:r>
            <a:r>
              <a:rPr sz="3200" dirty="0">
                <a:solidFill>
                  <a:srgbClr val="0000FF"/>
                </a:solidFill>
                <a:latin typeface="Courier New"/>
                <a:cs typeface="Courier New"/>
              </a:rPr>
              <a:t>string</a:t>
            </a:r>
            <a:r>
              <a:rPr sz="3200" dirty="0">
                <a:solidFill>
                  <a:srgbClr val="404040"/>
                </a:solidFill>
                <a:latin typeface="Courier New"/>
                <a:cs typeface="Courier New"/>
              </a:rPr>
              <a:t>;</a:t>
            </a:r>
            <a:endParaRPr sz="32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52739" y="6987540"/>
            <a:ext cx="26987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404040"/>
                </a:solidFill>
                <a:latin typeface="Courier New"/>
                <a:cs typeface="Courier New"/>
              </a:rPr>
              <a:t>}</a:t>
            </a:r>
            <a:endParaRPr sz="3200">
              <a:latin typeface="Courier New"/>
              <a:cs typeface="Courier New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851856" y="2400234"/>
            <a:ext cx="9622155" cy="5226685"/>
            <a:chOff x="6851856" y="2400234"/>
            <a:chExt cx="9622155" cy="5226685"/>
          </a:xfrm>
        </p:grpSpPr>
        <p:sp>
          <p:nvSpPr>
            <p:cNvPr id="9" name="object 9"/>
            <p:cNvSpPr/>
            <p:nvPr/>
          </p:nvSpPr>
          <p:spPr>
            <a:xfrm>
              <a:off x="13259104" y="5768966"/>
              <a:ext cx="3200400" cy="1843405"/>
            </a:xfrm>
            <a:custGeom>
              <a:avLst/>
              <a:gdLst/>
              <a:ahLst/>
              <a:cxnLst/>
              <a:rect l="l" t="t" r="r" b="b"/>
              <a:pathLst>
                <a:path w="3200400" h="1843404">
                  <a:moveTo>
                    <a:pt x="3200400" y="0"/>
                  </a:moveTo>
                  <a:lnTo>
                    <a:pt x="0" y="0"/>
                  </a:lnTo>
                  <a:lnTo>
                    <a:pt x="0" y="1843039"/>
                  </a:lnTo>
                  <a:lnTo>
                    <a:pt x="3200400" y="1843039"/>
                  </a:lnTo>
                  <a:lnTo>
                    <a:pt x="3200400" y="0"/>
                  </a:lnTo>
                  <a:close/>
                </a:path>
              </a:pathLst>
            </a:custGeom>
            <a:solidFill>
              <a:srgbClr val="F05A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866144" y="2414522"/>
              <a:ext cx="9593580" cy="5198110"/>
            </a:xfrm>
            <a:custGeom>
              <a:avLst/>
              <a:gdLst/>
              <a:ahLst/>
              <a:cxnLst/>
              <a:rect l="l" t="t" r="r" b="b"/>
              <a:pathLst>
                <a:path w="9593580" h="5198109">
                  <a:moveTo>
                    <a:pt x="6392960" y="3354444"/>
                  </a:moveTo>
                  <a:lnTo>
                    <a:pt x="9593360" y="3354444"/>
                  </a:lnTo>
                  <a:lnTo>
                    <a:pt x="9593360" y="5197484"/>
                  </a:lnTo>
                  <a:lnTo>
                    <a:pt x="6392960" y="5197484"/>
                  </a:lnTo>
                  <a:lnTo>
                    <a:pt x="6392960" y="3354444"/>
                  </a:lnTo>
                  <a:close/>
                </a:path>
                <a:path w="9593580" h="5198109">
                  <a:moveTo>
                    <a:pt x="6126270" y="3354444"/>
                  </a:moveTo>
                  <a:lnTo>
                    <a:pt x="6126270" y="5197484"/>
                  </a:lnTo>
                </a:path>
                <a:path w="9593580" h="5198109">
                  <a:moveTo>
                    <a:pt x="6126270" y="3700013"/>
                  </a:moveTo>
                  <a:lnTo>
                    <a:pt x="5859549" y="3700013"/>
                  </a:lnTo>
                  <a:lnTo>
                    <a:pt x="0" y="0"/>
                  </a:lnTo>
                </a:path>
              </a:pathLst>
            </a:custGeom>
            <a:ln w="28575">
              <a:solidFill>
                <a:srgbClr val="B0401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3610730" y="6104635"/>
            <a:ext cx="2496820" cy="1132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3600" spc="-5" dirty="0">
                <a:solidFill>
                  <a:srgbClr val="FFFFFF"/>
                </a:solidFill>
                <a:latin typeface="Courier New"/>
                <a:cs typeface="Courier New"/>
              </a:rPr>
              <a:t>interface</a:t>
            </a:r>
            <a:endParaRPr sz="3600">
              <a:latin typeface="Courier New"/>
              <a:cs typeface="Courier New"/>
            </a:endParaRPr>
          </a:p>
          <a:p>
            <a:pPr algn="ctr">
              <a:lnSpc>
                <a:spcPct val="100000"/>
              </a:lnSpc>
              <a:spcBef>
                <a:spcPts val="70"/>
              </a:spcBef>
            </a:pPr>
            <a:r>
              <a:rPr sz="3600" b="1" spc="-25" dirty="0">
                <a:solidFill>
                  <a:srgbClr val="FFFFFF"/>
                </a:solidFill>
                <a:latin typeface="Arial"/>
                <a:cs typeface="Arial"/>
              </a:rPr>
              <a:t>keyword</a:t>
            </a:r>
            <a:endParaRPr sz="36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9989593" y="2490261"/>
            <a:ext cx="6484620" cy="3053080"/>
            <a:chOff x="9989593" y="2490261"/>
            <a:chExt cx="6484620" cy="3053080"/>
          </a:xfrm>
        </p:grpSpPr>
        <p:sp>
          <p:nvSpPr>
            <p:cNvPr id="13" name="object 13"/>
            <p:cNvSpPr/>
            <p:nvPr/>
          </p:nvSpPr>
          <p:spPr>
            <a:xfrm>
              <a:off x="13259105" y="3685734"/>
              <a:ext cx="3200400" cy="1843405"/>
            </a:xfrm>
            <a:custGeom>
              <a:avLst/>
              <a:gdLst/>
              <a:ahLst/>
              <a:cxnLst/>
              <a:rect l="l" t="t" r="r" b="b"/>
              <a:pathLst>
                <a:path w="3200400" h="1843404">
                  <a:moveTo>
                    <a:pt x="3200400" y="0"/>
                  </a:moveTo>
                  <a:lnTo>
                    <a:pt x="0" y="0"/>
                  </a:lnTo>
                  <a:lnTo>
                    <a:pt x="0" y="1843040"/>
                  </a:lnTo>
                  <a:lnTo>
                    <a:pt x="3200400" y="1843040"/>
                  </a:lnTo>
                  <a:lnTo>
                    <a:pt x="3200400" y="0"/>
                  </a:lnTo>
                  <a:close/>
                </a:path>
              </a:pathLst>
            </a:custGeom>
            <a:solidFill>
              <a:srgbClr val="F05A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003880" y="2504549"/>
              <a:ext cx="6456045" cy="3024505"/>
            </a:xfrm>
            <a:custGeom>
              <a:avLst/>
              <a:gdLst/>
              <a:ahLst/>
              <a:cxnLst/>
              <a:rect l="l" t="t" r="r" b="b"/>
              <a:pathLst>
                <a:path w="6456044" h="3024504">
                  <a:moveTo>
                    <a:pt x="3255224" y="1181185"/>
                  </a:moveTo>
                  <a:lnTo>
                    <a:pt x="6455624" y="1181185"/>
                  </a:lnTo>
                  <a:lnTo>
                    <a:pt x="6455624" y="3024225"/>
                  </a:lnTo>
                  <a:lnTo>
                    <a:pt x="3255224" y="3024225"/>
                  </a:lnTo>
                  <a:lnTo>
                    <a:pt x="3255224" y="1181185"/>
                  </a:lnTo>
                  <a:close/>
                </a:path>
                <a:path w="6456044" h="3024504">
                  <a:moveTo>
                    <a:pt x="2988534" y="1181185"/>
                  </a:moveTo>
                  <a:lnTo>
                    <a:pt x="2988534" y="3024225"/>
                  </a:lnTo>
                </a:path>
                <a:path w="6456044" h="3024504">
                  <a:moveTo>
                    <a:pt x="2988534" y="1526754"/>
                  </a:moveTo>
                  <a:lnTo>
                    <a:pt x="2721813" y="1526754"/>
                  </a:lnTo>
                  <a:lnTo>
                    <a:pt x="0" y="0"/>
                  </a:lnTo>
                </a:path>
              </a:pathLst>
            </a:custGeom>
            <a:ln w="28575">
              <a:solidFill>
                <a:srgbClr val="B0401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3860322" y="4031996"/>
            <a:ext cx="199771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1955" marR="5080" indent="-389890">
              <a:lnSpc>
                <a:spcPct val="100000"/>
              </a:lnSpc>
              <a:spcBef>
                <a:spcPts val="100"/>
              </a:spcBef>
            </a:pPr>
            <a:r>
              <a:rPr sz="3600" b="1" spc="35" dirty="0">
                <a:solidFill>
                  <a:srgbClr val="FFFFFF"/>
                </a:solidFill>
                <a:latin typeface="Arial"/>
                <a:cs typeface="Arial"/>
              </a:rPr>
              <a:t>I</a:t>
            </a:r>
            <a:r>
              <a:rPr sz="3600" b="1" spc="-1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3600" b="1" spc="190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3600" b="1" spc="114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600" b="1" spc="5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  <a:r>
              <a:rPr sz="3600" b="1" dirty="0">
                <a:solidFill>
                  <a:srgbClr val="FFFFFF"/>
                </a:solidFill>
                <a:latin typeface="Arial"/>
                <a:cs typeface="Arial"/>
              </a:rPr>
              <a:t>f</a:t>
            </a:r>
            <a:r>
              <a:rPr sz="3600" b="1" spc="-35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3600" b="1" spc="70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3600" b="1" spc="75" dirty="0">
                <a:solidFill>
                  <a:srgbClr val="FFFFFF"/>
                </a:solidFill>
                <a:latin typeface="Arial"/>
                <a:cs typeface="Arial"/>
              </a:rPr>
              <a:t>e  </a:t>
            </a:r>
            <a:r>
              <a:rPr sz="3600" b="1" spc="-5" dirty="0">
                <a:solidFill>
                  <a:srgbClr val="FFFFFF"/>
                </a:solidFill>
                <a:latin typeface="Arial"/>
                <a:cs typeface="Arial"/>
              </a:rPr>
              <a:t>name</a:t>
            </a:r>
            <a:endParaRPr sz="36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455907" y="1588217"/>
            <a:ext cx="11017885" cy="1871980"/>
            <a:chOff x="5455907" y="1588217"/>
            <a:chExt cx="11017885" cy="1871980"/>
          </a:xfrm>
        </p:grpSpPr>
        <p:sp>
          <p:nvSpPr>
            <p:cNvPr id="17" name="object 17"/>
            <p:cNvSpPr/>
            <p:nvPr/>
          </p:nvSpPr>
          <p:spPr>
            <a:xfrm>
              <a:off x="13259104" y="1602505"/>
              <a:ext cx="3200400" cy="1843405"/>
            </a:xfrm>
            <a:custGeom>
              <a:avLst/>
              <a:gdLst/>
              <a:ahLst/>
              <a:cxnLst/>
              <a:rect l="l" t="t" r="r" b="b"/>
              <a:pathLst>
                <a:path w="3200400" h="1843404">
                  <a:moveTo>
                    <a:pt x="3200400" y="0"/>
                  </a:moveTo>
                  <a:lnTo>
                    <a:pt x="0" y="0"/>
                  </a:lnTo>
                  <a:lnTo>
                    <a:pt x="0" y="1843039"/>
                  </a:lnTo>
                  <a:lnTo>
                    <a:pt x="3200400" y="1843039"/>
                  </a:lnTo>
                  <a:lnTo>
                    <a:pt x="3200400" y="0"/>
                  </a:lnTo>
                  <a:close/>
                </a:path>
              </a:pathLst>
            </a:custGeom>
            <a:solidFill>
              <a:srgbClr val="F05A2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470194" y="1602505"/>
              <a:ext cx="10989310" cy="1843405"/>
            </a:xfrm>
            <a:custGeom>
              <a:avLst/>
              <a:gdLst/>
              <a:ahLst/>
              <a:cxnLst/>
              <a:rect l="l" t="t" r="r" b="b"/>
              <a:pathLst>
                <a:path w="10989310" h="1843404">
                  <a:moveTo>
                    <a:pt x="7788910" y="0"/>
                  </a:moveTo>
                  <a:lnTo>
                    <a:pt x="10989310" y="0"/>
                  </a:lnTo>
                  <a:lnTo>
                    <a:pt x="10989310" y="1843040"/>
                  </a:lnTo>
                  <a:lnTo>
                    <a:pt x="7788910" y="1843040"/>
                  </a:lnTo>
                  <a:lnTo>
                    <a:pt x="7788910" y="0"/>
                  </a:lnTo>
                  <a:close/>
                </a:path>
                <a:path w="10989310" h="1843404">
                  <a:moveTo>
                    <a:pt x="7522220" y="0"/>
                  </a:moveTo>
                  <a:lnTo>
                    <a:pt x="7522220" y="1843040"/>
                  </a:lnTo>
                </a:path>
                <a:path w="10989310" h="1843404">
                  <a:moveTo>
                    <a:pt x="7522220" y="345569"/>
                  </a:moveTo>
                  <a:lnTo>
                    <a:pt x="7255499" y="345569"/>
                  </a:lnTo>
                  <a:lnTo>
                    <a:pt x="0" y="649580"/>
                  </a:lnTo>
                </a:path>
              </a:pathLst>
            </a:custGeom>
            <a:ln w="28575">
              <a:solidFill>
                <a:srgbClr val="B0401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3927785" y="1938019"/>
            <a:ext cx="1863089" cy="1132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7314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FFFFFF"/>
                </a:solidFill>
                <a:latin typeface="Courier New"/>
                <a:cs typeface="Courier New"/>
              </a:rPr>
              <a:t>export</a:t>
            </a:r>
            <a:endParaRPr sz="36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3600" b="1" spc="-25" dirty="0">
                <a:solidFill>
                  <a:srgbClr val="FFFFFF"/>
                </a:solidFill>
                <a:latin typeface="Arial"/>
                <a:cs typeface="Arial"/>
              </a:rPr>
              <a:t>keyword</a:t>
            </a:r>
            <a:endParaRPr sz="3600">
              <a:latin typeface="Arial"/>
              <a:cs typeface="Arial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7F1E708-10B1-22F0-856E-FF12C81684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809"/>
            <a:ext cx="1143000" cy="5715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4A2E6313-62AD-D79A-18E5-22AF1A5249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98983" y="0"/>
            <a:ext cx="1152146" cy="55525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53719" y="754380"/>
            <a:ext cx="10579100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5" dirty="0"/>
              <a:t>Using</a:t>
            </a:r>
            <a:r>
              <a:rPr spc="-130" dirty="0"/>
              <a:t> </a:t>
            </a:r>
            <a:r>
              <a:rPr spc="-25" dirty="0"/>
              <a:t>an</a:t>
            </a:r>
            <a:r>
              <a:rPr spc="-135" dirty="0"/>
              <a:t> </a:t>
            </a:r>
            <a:r>
              <a:rPr spc="85" dirty="0"/>
              <a:t>Interface</a:t>
            </a:r>
            <a:r>
              <a:rPr spc="-130" dirty="0"/>
              <a:t> </a:t>
            </a:r>
            <a:r>
              <a:rPr spc="-210" dirty="0"/>
              <a:t>as</a:t>
            </a:r>
            <a:r>
              <a:rPr spc="-130" dirty="0"/>
              <a:t> </a:t>
            </a:r>
            <a:r>
              <a:rPr spc="-170" dirty="0"/>
              <a:t>a</a:t>
            </a:r>
            <a:r>
              <a:rPr spc="-125" dirty="0"/>
              <a:t> </a:t>
            </a:r>
            <a:r>
              <a:rPr spc="-75" dirty="0"/>
              <a:t>Data</a:t>
            </a:r>
            <a:r>
              <a:rPr spc="-125" dirty="0"/>
              <a:t> </a:t>
            </a:r>
            <a:r>
              <a:rPr spc="-110" dirty="0"/>
              <a:t>Type</a:t>
            </a:r>
          </a:p>
        </p:txBody>
      </p:sp>
      <p:sp>
        <p:nvSpPr>
          <p:cNvPr id="3" name="object 3"/>
          <p:cNvSpPr/>
          <p:nvPr/>
        </p:nvSpPr>
        <p:spPr>
          <a:xfrm>
            <a:off x="3321197" y="1787626"/>
            <a:ext cx="11643995" cy="6642100"/>
          </a:xfrm>
          <a:custGeom>
            <a:avLst/>
            <a:gdLst/>
            <a:ahLst/>
            <a:cxnLst/>
            <a:rect l="l" t="t" r="r" b="b"/>
            <a:pathLst>
              <a:path w="11643994" h="6642100">
                <a:moveTo>
                  <a:pt x="0" y="0"/>
                </a:moveTo>
                <a:lnTo>
                  <a:pt x="11643500" y="0"/>
                </a:lnTo>
                <a:lnTo>
                  <a:pt x="11643500" y="6641818"/>
                </a:lnTo>
                <a:lnTo>
                  <a:pt x="0" y="6641818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2A9F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399937" y="1833372"/>
            <a:ext cx="9559925" cy="6481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Courier New"/>
                <a:cs typeface="Courier New"/>
              </a:rPr>
              <a:t>import</a:t>
            </a:r>
            <a:r>
              <a:rPr sz="3200" spc="-15" dirty="0">
                <a:latin typeface="Courier New"/>
                <a:cs typeface="Courier New"/>
              </a:rPr>
              <a:t> </a:t>
            </a:r>
            <a:r>
              <a:rPr sz="3200" dirty="0">
                <a:latin typeface="Courier New"/>
                <a:cs typeface="Courier New"/>
              </a:rPr>
              <a:t>{</a:t>
            </a:r>
            <a:r>
              <a:rPr sz="3200" spc="-10" dirty="0">
                <a:latin typeface="Courier New"/>
                <a:cs typeface="Courier New"/>
              </a:rPr>
              <a:t> </a:t>
            </a:r>
            <a:r>
              <a:rPr sz="3200" dirty="0">
                <a:latin typeface="Courier New"/>
                <a:cs typeface="Courier New"/>
              </a:rPr>
              <a:t>IProduct</a:t>
            </a:r>
            <a:r>
              <a:rPr sz="3200" spc="-10" dirty="0">
                <a:latin typeface="Courier New"/>
                <a:cs typeface="Courier New"/>
              </a:rPr>
              <a:t> </a:t>
            </a:r>
            <a:r>
              <a:rPr sz="3200" dirty="0">
                <a:latin typeface="Courier New"/>
                <a:cs typeface="Courier New"/>
              </a:rPr>
              <a:t>}</a:t>
            </a:r>
            <a:r>
              <a:rPr sz="3200" spc="-15" dirty="0">
                <a:latin typeface="Courier New"/>
                <a:cs typeface="Courier New"/>
              </a:rPr>
              <a:t> </a:t>
            </a:r>
            <a:r>
              <a:rPr sz="3200" dirty="0">
                <a:latin typeface="Courier New"/>
                <a:cs typeface="Courier New"/>
              </a:rPr>
              <a:t>from</a:t>
            </a:r>
            <a:r>
              <a:rPr sz="3200" spc="-10" dirty="0">
                <a:latin typeface="Courier New"/>
                <a:cs typeface="Courier New"/>
              </a:rPr>
              <a:t> </a:t>
            </a:r>
            <a:r>
              <a:rPr sz="3200" dirty="0">
                <a:solidFill>
                  <a:srgbClr val="A31515"/>
                </a:solidFill>
                <a:latin typeface="Courier New"/>
                <a:cs typeface="Courier New"/>
              </a:rPr>
              <a:t>'./product'</a:t>
            </a:r>
            <a:r>
              <a:rPr sz="3200" dirty="0">
                <a:latin typeface="Courier New"/>
                <a:cs typeface="Courier New"/>
              </a:rPr>
              <a:t>;</a:t>
            </a:r>
            <a:endParaRPr sz="3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4200">
              <a:latin typeface="Courier New"/>
              <a:cs typeface="Courier New"/>
            </a:endParaRPr>
          </a:p>
          <a:p>
            <a:pPr marL="501650" marR="494030" indent="-488950">
              <a:lnSpc>
                <a:spcPct val="99800"/>
              </a:lnSpc>
            </a:pPr>
            <a:r>
              <a:rPr sz="3200" dirty="0">
                <a:solidFill>
                  <a:srgbClr val="0000FF"/>
                </a:solidFill>
                <a:latin typeface="Courier New"/>
                <a:cs typeface="Courier New"/>
              </a:rPr>
              <a:t>export class </a:t>
            </a:r>
            <a:r>
              <a:rPr sz="3200" dirty="0">
                <a:latin typeface="Courier New"/>
                <a:cs typeface="Courier New"/>
              </a:rPr>
              <a:t>ProductListComponent { </a:t>
            </a:r>
            <a:r>
              <a:rPr sz="3200" spc="5" dirty="0">
                <a:latin typeface="Courier New"/>
                <a:cs typeface="Courier New"/>
              </a:rPr>
              <a:t> </a:t>
            </a:r>
            <a:r>
              <a:rPr sz="3200" dirty="0">
                <a:latin typeface="Courier New"/>
                <a:cs typeface="Courier New"/>
              </a:rPr>
              <a:t>pageTitle: </a:t>
            </a:r>
            <a:r>
              <a:rPr sz="3200" dirty="0">
                <a:solidFill>
                  <a:srgbClr val="0000FF"/>
                </a:solidFill>
                <a:latin typeface="Courier New"/>
                <a:cs typeface="Courier New"/>
              </a:rPr>
              <a:t>string </a:t>
            </a:r>
            <a:r>
              <a:rPr sz="3200" dirty="0">
                <a:latin typeface="Courier New"/>
                <a:cs typeface="Courier New"/>
              </a:rPr>
              <a:t>= </a:t>
            </a:r>
            <a:r>
              <a:rPr sz="3200" dirty="0">
                <a:solidFill>
                  <a:srgbClr val="A31515"/>
                </a:solidFill>
                <a:latin typeface="Courier New"/>
                <a:cs typeface="Courier New"/>
              </a:rPr>
              <a:t>'Product List'</a:t>
            </a:r>
            <a:r>
              <a:rPr sz="3200" dirty="0">
                <a:latin typeface="Courier New"/>
                <a:cs typeface="Courier New"/>
              </a:rPr>
              <a:t>; </a:t>
            </a:r>
            <a:r>
              <a:rPr sz="3200" spc="-1910" dirty="0">
                <a:latin typeface="Courier New"/>
                <a:cs typeface="Courier New"/>
              </a:rPr>
              <a:t> </a:t>
            </a:r>
            <a:r>
              <a:rPr sz="3200" dirty="0">
                <a:latin typeface="Courier New"/>
                <a:cs typeface="Courier New"/>
              </a:rPr>
              <a:t>showImage: </a:t>
            </a:r>
            <a:r>
              <a:rPr sz="3200" dirty="0">
                <a:solidFill>
                  <a:srgbClr val="0000FF"/>
                </a:solidFill>
                <a:latin typeface="Courier New"/>
                <a:cs typeface="Courier New"/>
              </a:rPr>
              <a:t>boolean </a:t>
            </a:r>
            <a:r>
              <a:rPr sz="3200" dirty="0">
                <a:latin typeface="Courier New"/>
                <a:cs typeface="Courier New"/>
              </a:rPr>
              <a:t>= </a:t>
            </a:r>
            <a:r>
              <a:rPr sz="3200" dirty="0">
                <a:solidFill>
                  <a:srgbClr val="0000FF"/>
                </a:solidFill>
                <a:latin typeface="Courier New"/>
                <a:cs typeface="Courier New"/>
              </a:rPr>
              <a:t>false</a:t>
            </a:r>
            <a:r>
              <a:rPr sz="3200" dirty="0">
                <a:latin typeface="Courier New"/>
                <a:cs typeface="Courier New"/>
              </a:rPr>
              <a:t>; </a:t>
            </a:r>
            <a:r>
              <a:rPr sz="3200" spc="5" dirty="0">
                <a:latin typeface="Courier New"/>
                <a:cs typeface="Courier New"/>
              </a:rPr>
              <a:t> </a:t>
            </a:r>
            <a:r>
              <a:rPr sz="3200" dirty="0">
                <a:latin typeface="Courier New"/>
                <a:cs typeface="Courier New"/>
              </a:rPr>
              <a:t>listFilter:</a:t>
            </a:r>
            <a:r>
              <a:rPr sz="3200" spc="-5" dirty="0">
                <a:latin typeface="Courier New"/>
                <a:cs typeface="Courier New"/>
              </a:rPr>
              <a:t> </a:t>
            </a:r>
            <a:r>
              <a:rPr sz="3200" dirty="0">
                <a:solidFill>
                  <a:srgbClr val="0000FF"/>
                </a:solidFill>
                <a:latin typeface="Courier New"/>
                <a:cs typeface="Courier New"/>
              </a:rPr>
              <a:t>string</a:t>
            </a:r>
            <a:r>
              <a:rPr sz="3200" spc="-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3200" dirty="0">
                <a:latin typeface="Courier New"/>
                <a:cs typeface="Courier New"/>
              </a:rPr>
              <a:t>=</a:t>
            </a:r>
            <a:r>
              <a:rPr sz="3200" spc="-5" dirty="0">
                <a:latin typeface="Courier New"/>
                <a:cs typeface="Courier New"/>
              </a:rPr>
              <a:t> </a:t>
            </a:r>
            <a:r>
              <a:rPr sz="3200" dirty="0">
                <a:solidFill>
                  <a:srgbClr val="A31515"/>
                </a:solidFill>
                <a:latin typeface="Courier New"/>
                <a:cs typeface="Courier New"/>
              </a:rPr>
              <a:t>'cart'</a:t>
            </a:r>
            <a:r>
              <a:rPr sz="3200" dirty="0">
                <a:latin typeface="Courier New"/>
                <a:cs typeface="Courier New"/>
              </a:rPr>
              <a:t>;</a:t>
            </a:r>
            <a:endParaRPr sz="3200">
              <a:latin typeface="Courier New"/>
              <a:cs typeface="Courier New"/>
            </a:endParaRPr>
          </a:p>
          <a:p>
            <a:pPr marL="501650" marR="2449830">
              <a:lnSpc>
                <a:spcPct val="200599"/>
              </a:lnSpc>
            </a:pPr>
            <a:r>
              <a:rPr sz="3200" dirty="0">
                <a:latin typeface="Courier New"/>
                <a:cs typeface="Courier New"/>
              </a:rPr>
              <a:t>products: </a:t>
            </a:r>
            <a:r>
              <a:rPr sz="3200" dirty="0">
                <a:solidFill>
                  <a:srgbClr val="404040"/>
                </a:solidFill>
                <a:latin typeface="Courier New"/>
                <a:cs typeface="Courier New"/>
              </a:rPr>
              <a:t>IProduct[] = […]</a:t>
            </a:r>
            <a:r>
              <a:rPr sz="3200" dirty="0">
                <a:latin typeface="Courier New"/>
                <a:cs typeface="Courier New"/>
              </a:rPr>
              <a:t>; </a:t>
            </a:r>
            <a:r>
              <a:rPr sz="3200" spc="-1910" dirty="0">
                <a:latin typeface="Courier New"/>
                <a:cs typeface="Courier New"/>
              </a:rPr>
              <a:t> </a:t>
            </a:r>
            <a:r>
              <a:rPr sz="3200" dirty="0">
                <a:latin typeface="Courier New"/>
                <a:cs typeface="Courier New"/>
              </a:rPr>
              <a:t>toggleImage():</a:t>
            </a:r>
            <a:r>
              <a:rPr sz="3200" spc="-10" dirty="0">
                <a:latin typeface="Courier New"/>
                <a:cs typeface="Courier New"/>
              </a:rPr>
              <a:t> </a:t>
            </a:r>
            <a:r>
              <a:rPr sz="3200" dirty="0">
                <a:solidFill>
                  <a:srgbClr val="0000FF"/>
                </a:solidFill>
                <a:latin typeface="Courier New"/>
                <a:cs typeface="Courier New"/>
              </a:rPr>
              <a:t>void</a:t>
            </a:r>
            <a:r>
              <a:rPr sz="3200" spc="-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3200" dirty="0">
                <a:latin typeface="Courier New"/>
                <a:cs typeface="Courier New"/>
              </a:rPr>
              <a:t>{</a:t>
            </a:r>
            <a:endParaRPr sz="3200">
              <a:latin typeface="Courier New"/>
              <a:cs typeface="Courier New"/>
            </a:endParaRPr>
          </a:p>
          <a:p>
            <a:pPr marL="1479550">
              <a:lnSpc>
                <a:spcPts val="3779"/>
              </a:lnSpc>
            </a:pPr>
            <a:r>
              <a:rPr sz="3200" dirty="0">
                <a:solidFill>
                  <a:srgbClr val="0000FF"/>
                </a:solidFill>
                <a:latin typeface="Courier New"/>
                <a:cs typeface="Courier New"/>
              </a:rPr>
              <a:t>this</a:t>
            </a:r>
            <a:r>
              <a:rPr sz="3200" dirty="0">
                <a:latin typeface="Courier New"/>
                <a:cs typeface="Courier New"/>
              </a:rPr>
              <a:t>.showImage</a:t>
            </a:r>
            <a:r>
              <a:rPr sz="3200" spc="-45" dirty="0">
                <a:latin typeface="Courier New"/>
                <a:cs typeface="Courier New"/>
              </a:rPr>
              <a:t> </a:t>
            </a:r>
            <a:r>
              <a:rPr sz="3200" dirty="0">
                <a:latin typeface="Courier New"/>
                <a:cs typeface="Courier New"/>
              </a:rPr>
              <a:t>=</a:t>
            </a:r>
            <a:r>
              <a:rPr sz="3200" spc="-40" dirty="0">
                <a:latin typeface="Courier New"/>
                <a:cs typeface="Courier New"/>
              </a:rPr>
              <a:t> </a:t>
            </a:r>
            <a:r>
              <a:rPr sz="3200" dirty="0">
                <a:latin typeface="Courier New"/>
                <a:cs typeface="Courier New"/>
              </a:rPr>
              <a:t>!</a:t>
            </a:r>
            <a:r>
              <a:rPr sz="3200" dirty="0">
                <a:solidFill>
                  <a:srgbClr val="0000FF"/>
                </a:solidFill>
                <a:latin typeface="Courier New"/>
                <a:cs typeface="Courier New"/>
              </a:rPr>
              <a:t>this</a:t>
            </a:r>
            <a:r>
              <a:rPr sz="3200" dirty="0">
                <a:latin typeface="Courier New"/>
                <a:cs typeface="Courier New"/>
              </a:rPr>
              <a:t>.showImage;</a:t>
            </a:r>
            <a:endParaRPr sz="3200">
              <a:latin typeface="Courier New"/>
              <a:cs typeface="Courier New"/>
            </a:endParaRPr>
          </a:p>
          <a:p>
            <a:pPr marL="746125">
              <a:lnSpc>
                <a:spcPts val="3829"/>
              </a:lnSpc>
            </a:pPr>
            <a:r>
              <a:rPr sz="3200" dirty="0">
                <a:latin typeface="Courier New"/>
                <a:cs typeface="Courier New"/>
              </a:rPr>
              <a:t>}</a:t>
            </a:r>
            <a:endParaRPr sz="3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3200" dirty="0">
                <a:latin typeface="Courier New"/>
                <a:cs typeface="Courier New"/>
              </a:rPr>
              <a:t>}</a:t>
            </a:r>
            <a:endParaRPr sz="3200">
              <a:latin typeface="Courier New"/>
              <a:cs typeface="Courier New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044CA3-CEF0-4DA9-612B-CCEA28071C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809"/>
            <a:ext cx="1143000" cy="5715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64561B7-9ADD-3507-C5AB-18C45E18A2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98983" y="0"/>
            <a:ext cx="1152146" cy="55525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23223" y="754380"/>
            <a:ext cx="6842125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10" dirty="0"/>
              <a:t>Component</a:t>
            </a:r>
            <a:r>
              <a:rPr spc="-175" dirty="0"/>
              <a:t> </a:t>
            </a:r>
            <a:r>
              <a:rPr spc="45" dirty="0"/>
              <a:t>Lifecycle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009640" y="1885950"/>
            <a:ext cx="15003144" cy="7980045"/>
            <a:chOff x="1009640" y="1885950"/>
            <a:chExt cx="15003144" cy="7980045"/>
          </a:xfrm>
        </p:grpSpPr>
        <p:sp>
          <p:nvSpPr>
            <p:cNvPr id="4" name="object 4"/>
            <p:cNvSpPr/>
            <p:nvPr/>
          </p:nvSpPr>
          <p:spPr>
            <a:xfrm>
              <a:off x="2230376" y="1885950"/>
              <a:ext cx="13782040" cy="7980045"/>
            </a:xfrm>
            <a:custGeom>
              <a:avLst/>
              <a:gdLst/>
              <a:ahLst/>
              <a:cxnLst/>
              <a:rect l="l" t="t" r="r" b="b"/>
              <a:pathLst>
                <a:path w="13782040" h="7980045">
                  <a:moveTo>
                    <a:pt x="9791990" y="0"/>
                  </a:moveTo>
                  <a:lnTo>
                    <a:pt x="9791990" y="1994913"/>
                  </a:lnTo>
                  <a:lnTo>
                    <a:pt x="0" y="1994913"/>
                  </a:lnTo>
                  <a:lnTo>
                    <a:pt x="0" y="5984741"/>
                  </a:lnTo>
                  <a:lnTo>
                    <a:pt x="9791990" y="5984741"/>
                  </a:lnTo>
                  <a:lnTo>
                    <a:pt x="9791990" y="7979654"/>
                  </a:lnTo>
                  <a:lnTo>
                    <a:pt x="13781808" y="3989826"/>
                  </a:lnTo>
                  <a:lnTo>
                    <a:pt x="9791990" y="0"/>
                  </a:lnTo>
                  <a:close/>
                </a:path>
              </a:pathLst>
            </a:custGeom>
            <a:solidFill>
              <a:srgbClr val="CDDF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15990" y="4279845"/>
              <a:ext cx="2967355" cy="3192145"/>
            </a:xfrm>
            <a:custGeom>
              <a:avLst/>
              <a:gdLst/>
              <a:ahLst/>
              <a:cxnLst/>
              <a:rect l="l" t="t" r="r" b="b"/>
              <a:pathLst>
                <a:path w="2967354" h="3192145">
                  <a:moveTo>
                    <a:pt x="2472425" y="0"/>
                  </a:moveTo>
                  <a:lnTo>
                    <a:pt x="494497" y="0"/>
                  </a:lnTo>
                  <a:lnTo>
                    <a:pt x="446874" y="2263"/>
                  </a:lnTo>
                  <a:lnTo>
                    <a:pt x="400531" y="8916"/>
                  </a:lnTo>
                  <a:lnTo>
                    <a:pt x="355676" y="19751"/>
                  </a:lnTo>
                  <a:lnTo>
                    <a:pt x="312517" y="34560"/>
                  </a:lnTo>
                  <a:lnTo>
                    <a:pt x="271260" y="53137"/>
                  </a:lnTo>
                  <a:lnTo>
                    <a:pt x="232113" y="75275"/>
                  </a:lnTo>
                  <a:lnTo>
                    <a:pt x="195282" y="100765"/>
                  </a:lnTo>
                  <a:lnTo>
                    <a:pt x="160976" y="129402"/>
                  </a:lnTo>
                  <a:lnTo>
                    <a:pt x="129401" y="160976"/>
                  </a:lnTo>
                  <a:lnTo>
                    <a:pt x="100765" y="195283"/>
                  </a:lnTo>
                  <a:lnTo>
                    <a:pt x="75275" y="232113"/>
                  </a:lnTo>
                  <a:lnTo>
                    <a:pt x="53137" y="271260"/>
                  </a:lnTo>
                  <a:lnTo>
                    <a:pt x="34560" y="312517"/>
                  </a:lnTo>
                  <a:lnTo>
                    <a:pt x="19751" y="355677"/>
                  </a:lnTo>
                  <a:lnTo>
                    <a:pt x="8916" y="400532"/>
                  </a:lnTo>
                  <a:lnTo>
                    <a:pt x="2263" y="446875"/>
                  </a:lnTo>
                  <a:lnTo>
                    <a:pt x="0" y="494498"/>
                  </a:lnTo>
                  <a:lnTo>
                    <a:pt x="0" y="2697364"/>
                  </a:lnTo>
                  <a:lnTo>
                    <a:pt x="2263" y="2744987"/>
                  </a:lnTo>
                  <a:lnTo>
                    <a:pt x="8916" y="2791330"/>
                  </a:lnTo>
                  <a:lnTo>
                    <a:pt x="19751" y="2836185"/>
                  </a:lnTo>
                  <a:lnTo>
                    <a:pt x="34560" y="2879344"/>
                  </a:lnTo>
                  <a:lnTo>
                    <a:pt x="53137" y="2920601"/>
                  </a:lnTo>
                  <a:lnTo>
                    <a:pt x="75275" y="2959748"/>
                  </a:lnTo>
                  <a:lnTo>
                    <a:pt x="100765" y="2996579"/>
                  </a:lnTo>
                  <a:lnTo>
                    <a:pt x="129401" y="3030885"/>
                  </a:lnTo>
                  <a:lnTo>
                    <a:pt x="160976" y="3062460"/>
                  </a:lnTo>
                  <a:lnTo>
                    <a:pt x="195282" y="3091096"/>
                  </a:lnTo>
                  <a:lnTo>
                    <a:pt x="232113" y="3116587"/>
                  </a:lnTo>
                  <a:lnTo>
                    <a:pt x="271260" y="3138724"/>
                  </a:lnTo>
                  <a:lnTo>
                    <a:pt x="312517" y="3157301"/>
                  </a:lnTo>
                  <a:lnTo>
                    <a:pt x="355676" y="3172111"/>
                  </a:lnTo>
                  <a:lnTo>
                    <a:pt x="400531" y="3182946"/>
                  </a:lnTo>
                  <a:lnTo>
                    <a:pt x="446874" y="3189599"/>
                  </a:lnTo>
                  <a:lnTo>
                    <a:pt x="494497" y="3191863"/>
                  </a:lnTo>
                  <a:lnTo>
                    <a:pt x="2472425" y="3191863"/>
                  </a:lnTo>
                  <a:lnTo>
                    <a:pt x="2520049" y="3189599"/>
                  </a:lnTo>
                  <a:lnTo>
                    <a:pt x="2566391" y="3182946"/>
                  </a:lnTo>
                  <a:lnTo>
                    <a:pt x="2611246" y="3172111"/>
                  </a:lnTo>
                  <a:lnTo>
                    <a:pt x="2654405" y="3157301"/>
                  </a:lnTo>
                  <a:lnTo>
                    <a:pt x="2695662" y="3138724"/>
                  </a:lnTo>
                  <a:lnTo>
                    <a:pt x="2734810" y="3116587"/>
                  </a:lnTo>
                  <a:lnTo>
                    <a:pt x="2771640" y="3091096"/>
                  </a:lnTo>
                  <a:lnTo>
                    <a:pt x="2805946" y="3062460"/>
                  </a:lnTo>
                  <a:lnTo>
                    <a:pt x="2837521" y="3030885"/>
                  </a:lnTo>
                  <a:lnTo>
                    <a:pt x="2866157" y="2996579"/>
                  </a:lnTo>
                  <a:lnTo>
                    <a:pt x="2891648" y="2959748"/>
                  </a:lnTo>
                  <a:lnTo>
                    <a:pt x="2913785" y="2920601"/>
                  </a:lnTo>
                  <a:lnTo>
                    <a:pt x="2932362" y="2879344"/>
                  </a:lnTo>
                  <a:lnTo>
                    <a:pt x="2947171" y="2836185"/>
                  </a:lnTo>
                  <a:lnTo>
                    <a:pt x="2958006" y="2791330"/>
                  </a:lnTo>
                  <a:lnTo>
                    <a:pt x="2964659" y="2744987"/>
                  </a:lnTo>
                  <a:lnTo>
                    <a:pt x="2966923" y="2697364"/>
                  </a:lnTo>
                  <a:lnTo>
                    <a:pt x="2966923" y="494498"/>
                  </a:lnTo>
                  <a:lnTo>
                    <a:pt x="2964659" y="446875"/>
                  </a:lnTo>
                  <a:lnTo>
                    <a:pt x="2958006" y="400532"/>
                  </a:lnTo>
                  <a:lnTo>
                    <a:pt x="2947171" y="355677"/>
                  </a:lnTo>
                  <a:lnTo>
                    <a:pt x="2932362" y="312517"/>
                  </a:lnTo>
                  <a:lnTo>
                    <a:pt x="2913785" y="271260"/>
                  </a:lnTo>
                  <a:lnTo>
                    <a:pt x="2891648" y="232113"/>
                  </a:lnTo>
                  <a:lnTo>
                    <a:pt x="2866157" y="195283"/>
                  </a:lnTo>
                  <a:lnTo>
                    <a:pt x="2837521" y="160976"/>
                  </a:lnTo>
                  <a:lnTo>
                    <a:pt x="2805946" y="129402"/>
                  </a:lnTo>
                  <a:lnTo>
                    <a:pt x="2771640" y="100765"/>
                  </a:lnTo>
                  <a:lnTo>
                    <a:pt x="2734810" y="75275"/>
                  </a:lnTo>
                  <a:lnTo>
                    <a:pt x="2695662" y="53137"/>
                  </a:lnTo>
                  <a:lnTo>
                    <a:pt x="2654405" y="34560"/>
                  </a:lnTo>
                  <a:lnTo>
                    <a:pt x="2611246" y="19751"/>
                  </a:lnTo>
                  <a:lnTo>
                    <a:pt x="2566391" y="8916"/>
                  </a:lnTo>
                  <a:lnTo>
                    <a:pt x="2520049" y="2263"/>
                  </a:lnTo>
                  <a:lnTo>
                    <a:pt x="2472425" y="0"/>
                  </a:lnTo>
                  <a:close/>
                </a:path>
              </a:pathLst>
            </a:custGeom>
            <a:solidFill>
              <a:srgbClr val="2A9FB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15990" y="4279845"/>
              <a:ext cx="2967355" cy="3192145"/>
            </a:xfrm>
            <a:custGeom>
              <a:avLst/>
              <a:gdLst/>
              <a:ahLst/>
              <a:cxnLst/>
              <a:rect l="l" t="t" r="r" b="b"/>
              <a:pathLst>
                <a:path w="2967354" h="3192145">
                  <a:moveTo>
                    <a:pt x="0" y="494497"/>
                  </a:moveTo>
                  <a:lnTo>
                    <a:pt x="2263" y="446874"/>
                  </a:lnTo>
                  <a:lnTo>
                    <a:pt x="8916" y="400531"/>
                  </a:lnTo>
                  <a:lnTo>
                    <a:pt x="19751" y="355677"/>
                  </a:lnTo>
                  <a:lnTo>
                    <a:pt x="34560" y="312517"/>
                  </a:lnTo>
                  <a:lnTo>
                    <a:pt x="53138" y="271260"/>
                  </a:lnTo>
                  <a:lnTo>
                    <a:pt x="75275" y="232113"/>
                  </a:lnTo>
                  <a:lnTo>
                    <a:pt x="100765" y="195283"/>
                  </a:lnTo>
                  <a:lnTo>
                    <a:pt x="129402" y="160976"/>
                  </a:lnTo>
                  <a:lnTo>
                    <a:pt x="160976" y="129402"/>
                  </a:lnTo>
                  <a:lnTo>
                    <a:pt x="195283" y="100765"/>
                  </a:lnTo>
                  <a:lnTo>
                    <a:pt x="232113" y="75275"/>
                  </a:lnTo>
                  <a:lnTo>
                    <a:pt x="271260" y="53138"/>
                  </a:lnTo>
                  <a:lnTo>
                    <a:pt x="312517" y="34560"/>
                  </a:lnTo>
                  <a:lnTo>
                    <a:pt x="355677" y="19751"/>
                  </a:lnTo>
                  <a:lnTo>
                    <a:pt x="400531" y="8916"/>
                  </a:lnTo>
                  <a:lnTo>
                    <a:pt x="446874" y="2263"/>
                  </a:lnTo>
                  <a:lnTo>
                    <a:pt x="494497" y="0"/>
                  </a:lnTo>
                  <a:lnTo>
                    <a:pt x="2472426" y="0"/>
                  </a:lnTo>
                  <a:lnTo>
                    <a:pt x="2520049" y="2263"/>
                  </a:lnTo>
                  <a:lnTo>
                    <a:pt x="2566392" y="8916"/>
                  </a:lnTo>
                  <a:lnTo>
                    <a:pt x="2611246" y="19751"/>
                  </a:lnTo>
                  <a:lnTo>
                    <a:pt x="2654406" y="34560"/>
                  </a:lnTo>
                  <a:lnTo>
                    <a:pt x="2695663" y="53138"/>
                  </a:lnTo>
                  <a:lnTo>
                    <a:pt x="2734810" y="75275"/>
                  </a:lnTo>
                  <a:lnTo>
                    <a:pt x="2771641" y="100765"/>
                  </a:lnTo>
                  <a:lnTo>
                    <a:pt x="2805947" y="129402"/>
                  </a:lnTo>
                  <a:lnTo>
                    <a:pt x="2837522" y="160976"/>
                  </a:lnTo>
                  <a:lnTo>
                    <a:pt x="2866158" y="195283"/>
                  </a:lnTo>
                  <a:lnTo>
                    <a:pt x="2891648" y="232113"/>
                  </a:lnTo>
                  <a:lnTo>
                    <a:pt x="2913786" y="271260"/>
                  </a:lnTo>
                  <a:lnTo>
                    <a:pt x="2932363" y="312517"/>
                  </a:lnTo>
                  <a:lnTo>
                    <a:pt x="2947172" y="355677"/>
                  </a:lnTo>
                  <a:lnTo>
                    <a:pt x="2958007" y="400531"/>
                  </a:lnTo>
                  <a:lnTo>
                    <a:pt x="2964660" y="446874"/>
                  </a:lnTo>
                  <a:lnTo>
                    <a:pt x="2966924" y="494497"/>
                  </a:lnTo>
                  <a:lnTo>
                    <a:pt x="2966924" y="2697364"/>
                  </a:lnTo>
                  <a:lnTo>
                    <a:pt x="2964660" y="2744987"/>
                  </a:lnTo>
                  <a:lnTo>
                    <a:pt x="2958007" y="2791330"/>
                  </a:lnTo>
                  <a:lnTo>
                    <a:pt x="2947172" y="2836184"/>
                  </a:lnTo>
                  <a:lnTo>
                    <a:pt x="2932363" y="2879344"/>
                  </a:lnTo>
                  <a:lnTo>
                    <a:pt x="2913786" y="2920601"/>
                  </a:lnTo>
                  <a:lnTo>
                    <a:pt x="2891648" y="2959748"/>
                  </a:lnTo>
                  <a:lnTo>
                    <a:pt x="2866158" y="2996579"/>
                  </a:lnTo>
                  <a:lnTo>
                    <a:pt x="2837522" y="3030885"/>
                  </a:lnTo>
                  <a:lnTo>
                    <a:pt x="2805947" y="3062460"/>
                  </a:lnTo>
                  <a:lnTo>
                    <a:pt x="2771641" y="3091096"/>
                  </a:lnTo>
                  <a:lnTo>
                    <a:pt x="2734810" y="3116586"/>
                  </a:lnTo>
                  <a:lnTo>
                    <a:pt x="2695663" y="3138724"/>
                  </a:lnTo>
                  <a:lnTo>
                    <a:pt x="2654406" y="3157301"/>
                  </a:lnTo>
                  <a:lnTo>
                    <a:pt x="2611246" y="3172110"/>
                  </a:lnTo>
                  <a:lnTo>
                    <a:pt x="2566392" y="3182945"/>
                  </a:lnTo>
                  <a:lnTo>
                    <a:pt x="2520049" y="3189598"/>
                  </a:lnTo>
                  <a:lnTo>
                    <a:pt x="2472426" y="3191862"/>
                  </a:lnTo>
                  <a:lnTo>
                    <a:pt x="494497" y="3191862"/>
                  </a:lnTo>
                  <a:lnTo>
                    <a:pt x="446874" y="3189598"/>
                  </a:lnTo>
                  <a:lnTo>
                    <a:pt x="400531" y="3182945"/>
                  </a:lnTo>
                  <a:lnTo>
                    <a:pt x="355677" y="3172110"/>
                  </a:lnTo>
                  <a:lnTo>
                    <a:pt x="312517" y="3157301"/>
                  </a:lnTo>
                  <a:lnTo>
                    <a:pt x="271260" y="3138724"/>
                  </a:lnTo>
                  <a:lnTo>
                    <a:pt x="232113" y="3116586"/>
                  </a:lnTo>
                  <a:lnTo>
                    <a:pt x="195283" y="3091096"/>
                  </a:lnTo>
                  <a:lnTo>
                    <a:pt x="160976" y="3062460"/>
                  </a:lnTo>
                  <a:lnTo>
                    <a:pt x="129402" y="3030885"/>
                  </a:lnTo>
                  <a:lnTo>
                    <a:pt x="100765" y="2996579"/>
                  </a:lnTo>
                  <a:lnTo>
                    <a:pt x="75275" y="2959748"/>
                  </a:lnTo>
                  <a:lnTo>
                    <a:pt x="53138" y="2920601"/>
                  </a:lnTo>
                  <a:lnTo>
                    <a:pt x="34560" y="2879344"/>
                  </a:lnTo>
                  <a:lnTo>
                    <a:pt x="19751" y="2836184"/>
                  </a:lnTo>
                  <a:lnTo>
                    <a:pt x="8916" y="2791330"/>
                  </a:lnTo>
                  <a:lnTo>
                    <a:pt x="2263" y="2744987"/>
                  </a:lnTo>
                  <a:lnTo>
                    <a:pt x="0" y="2697364"/>
                  </a:lnTo>
                  <a:lnTo>
                    <a:pt x="0" y="49449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566351" y="5466079"/>
            <a:ext cx="1866264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0" b="1" spc="35" dirty="0">
                <a:solidFill>
                  <a:srgbClr val="FFFFFF"/>
                </a:solidFill>
                <a:latin typeface="Arial"/>
                <a:cs typeface="Arial"/>
              </a:rPr>
              <a:t>Cre</a:t>
            </a:r>
            <a:r>
              <a:rPr sz="4500" b="1" spc="-2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4500" b="1" spc="235" dirty="0">
                <a:solidFill>
                  <a:srgbClr val="FFFFFF"/>
                </a:solidFill>
                <a:latin typeface="Arial"/>
                <a:cs typeface="Arial"/>
              </a:rPr>
              <a:t>t</a:t>
            </a:r>
            <a:r>
              <a:rPr sz="4500" b="1" spc="14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endParaRPr sz="45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320556" y="4273495"/>
            <a:ext cx="2980055" cy="3204845"/>
            <a:chOff x="4320556" y="4273495"/>
            <a:chExt cx="2980055" cy="3204845"/>
          </a:xfrm>
        </p:grpSpPr>
        <p:sp>
          <p:nvSpPr>
            <p:cNvPr id="9" name="object 9"/>
            <p:cNvSpPr/>
            <p:nvPr/>
          </p:nvSpPr>
          <p:spPr>
            <a:xfrm>
              <a:off x="4326906" y="4279845"/>
              <a:ext cx="2967355" cy="3192145"/>
            </a:xfrm>
            <a:custGeom>
              <a:avLst/>
              <a:gdLst/>
              <a:ahLst/>
              <a:cxnLst/>
              <a:rect l="l" t="t" r="r" b="b"/>
              <a:pathLst>
                <a:path w="2967354" h="3192145">
                  <a:moveTo>
                    <a:pt x="2472425" y="0"/>
                  </a:moveTo>
                  <a:lnTo>
                    <a:pt x="494498" y="0"/>
                  </a:lnTo>
                  <a:lnTo>
                    <a:pt x="446875" y="2263"/>
                  </a:lnTo>
                  <a:lnTo>
                    <a:pt x="400532" y="8916"/>
                  </a:lnTo>
                  <a:lnTo>
                    <a:pt x="355677" y="19751"/>
                  </a:lnTo>
                  <a:lnTo>
                    <a:pt x="312517" y="34560"/>
                  </a:lnTo>
                  <a:lnTo>
                    <a:pt x="271260" y="53137"/>
                  </a:lnTo>
                  <a:lnTo>
                    <a:pt x="232113" y="75275"/>
                  </a:lnTo>
                  <a:lnTo>
                    <a:pt x="195283" y="100765"/>
                  </a:lnTo>
                  <a:lnTo>
                    <a:pt x="160976" y="129402"/>
                  </a:lnTo>
                  <a:lnTo>
                    <a:pt x="129402" y="160976"/>
                  </a:lnTo>
                  <a:lnTo>
                    <a:pt x="100765" y="195283"/>
                  </a:lnTo>
                  <a:lnTo>
                    <a:pt x="75275" y="232113"/>
                  </a:lnTo>
                  <a:lnTo>
                    <a:pt x="53137" y="271260"/>
                  </a:lnTo>
                  <a:lnTo>
                    <a:pt x="34560" y="312517"/>
                  </a:lnTo>
                  <a:lnTo>
                    <a:pt x="19751" y="355677"/>
                  </a:lnTo>
                  <a:lnTo>
                    <a:pt x="8916" y="400532"/>
                  </a:lnTo>
                  <a:lnTo>
                    <a:pt x="2263" y="446875"/>
                  </a:lnTo>
                  <a:lnTo>
                    <a:pt x="0" y="494498"/>
                  </a:lnTo>
                  <a:lnTo>
                    <a:pt x="0" y="2697364"/>
                  </a:lnTo>
                  <a:lnTo>
                    <a:pt x="2263" y="2744987"/>
                  </a:lnTo>
                  <a:lnTo>
                    <a:pt x="8916" y="2791330"/>
                  </a:lnTo>
                  <a:lnTo>
                    <a:pt x="19751" y="2836185"/>
                  </a:lnTo>
                  <a:lnTo>
                    <a:pt x="34560" y="2879344"/>
                  </a:lnTo>
                  <a:lnTo>
                    <a:pt x="53137" y="2920601"/>
                  </a:lnTo>
                  <a:lnTo>
                    <a:pt x="75275" y="2959748"/>
                  </a:lnTo>
                  <a:lnTo>
                    <a:pt x="100765" y="2996579"/>
                  </a:lnTo>
                  <a:lnTo>
                    <a:pt x="129402" y="3030885"/>
                  </a:lnTo>
                  <a:lnTo>
                    <a:pt x="160976" y="3062460"/>
                  </a:lnTo>
                  <a:lnTo>
                    <a:pt x="195283" y="3091096"/>
                  </a:lnTo>
                  <a:lnTo>
                    <a:pt x="232113" y="3116587"/>
                  </a:lnTo>
                  <a:lnTo>
                    <a:pt x="271260" y="3138724"/>
                  </a:lnTo>
                  <a:lnTo>
                    <a:pt x="312517" y="3157301"/>
                  </a:lnTo>
                  <a:lnTo>
                    <a:pt x="355677" y="3172111"/>
                  </a:lnTo>
                  <a:lnTo>
                    <a:pt x="400532" y="3182946"/>
                  </a:lnTo>
                  <a:lnTo>
                    <a:pt x="446875" y="3189599"/>
                  </a:lnTo>
                  <a:lnTo>
                    <a:pt x="494498" y="3191863"/>
                  </a:lnTo>
                  <a:lnTo>
                    <a:pt x="2472425" y="3191863"/>
                  </a:lnTo>
                  <a:lnTo>
                    <a:pt x="2520049" y="3189599"/>
                  </a:lnTo>
                  <a:lnTo>
                    <a:pt x="2566392" y="3182946"/>
                  </a:lnTo>
                  <a:lnTo>
                    <a:pt x="2611247" y="3172111"/>
                  </a:lnTo>
                  <a:lnTo>
                    <a:pt x="2654406" y="3157301"/>
                  </a:lnTo>
                  <a:lnTo>
                    <a:pt x="2695663" y="3138724"/>
                  </a:lnTo>
                  <a:lnTo>
                    <a:pt x="2734810" y="3116587"/>
                  </a:lnTo>
                  <a:lnTo>
                    <a:pt x="2771641" y="3091096"/>
                  </a:lnTo>
                  <a:lnTo>
                    <a:pt x="2805947" y="3062460"/>
                  </a:lnTo>
                  <a:lnTo>
                    <a:pt x="2837522" y="3030885"/>
                  </a:lnTo>
                  <a:lnTo>
                    <a:pt x="2866158" y="2996579"/>
                  </a:lnTo>
                  <a:lnTo>
                    <a:pt x="2891649" y="2959748"/>
                  </a:lnTo>
                  <a:lnTo>
                    <a:pt x="2913786" y="2920601"/>
                  </a:lnTo>
                  <a:lnTo>
                    <a:pt x="2932363" y="2879344"/>
                  </a:lnTo>
                  <a:lnTo>
                    <a:pt x="2947173" y="2836185"/>
                  </a:lnTo>
                  <a:lnTo>
                    <a:pt x="2958007" y="2791330"/>
                  </a:lnTo>
                  <a:lnTo>
                    <a:pt x="2964660" y="2744987"/>
                  </a:lnTo>
                  <a:lnTo>
                    <a:pt x="2966924" y="2697364"/>
                  </a:lnTo>
                  <a:lnTo>
                    <a:pt x="2966924" y="494498"/>
                  </a:lnTo>
                  <a:lnTo>
                    <a:pt x="2964660" y="446875"/>
                  </a:lnTo>
                  <a:lnTo>
                    <a:pt x="2958007" y="400532"/>
                  </a:lnTo>
                  <a:lnTo>
                    <a:pt x="2947173" y="355677"/>
                  </a:lnTo>
                  <a:lnTo>
                    <a:pt x="2932363" y="312517"/>
                  </a:lnTo>
                  <a:lnTo>
                    <a:pt x="2913786" y="271260"/>
                  </a:lnTo>
                  <a:lnTo>
                    <a:pt x="2891649" y="232113"/>
                  </a:lnTo>
                  <a:lnTo>
                    <a:pt x="2866158" y="195283"/>
                  </a:lnTo>
                  <a:lnTo>
                    <a:pt x="2837522" y="160976"/>
                  </a:lnTo>
                  <a:lnTo>
                    <a:pt x="2805947" y="129402"/>
                  </a:lnTo>
                  <a:lnTo>
                    <a:pt x="2771641" y="100765"/>
                  </a:lnTo>
                  <a:lnTo>
                    <a:pt x="2734810" y="75275"/>
                  </a:lnTo>
                  <a:lnTo>
                    <a:pt x="2695663" y="53137"/>
                  </a:lnTo>
                  <a:lnTo>
                    <a:pt x="2654406" y="34560"/>
                  </a:lnTo>
                  <a:lnTo>
                    <a:pt x="2611247" y="19751"/>
                  </a:lnTo>
                  <a:lnTo>
                    <a:pt x="2566392" y="8916"/>
                  </a:lnTo>
                  <a:lnTo>
                    <a:pt x="2520049" y="2263"/>
                  </a:lnTo>
                  <a:lnTo>
                    <a:pt x="2472425" y="0"/>
                  </a:lnTo>
                  <a:close/>
                </a:path>
              </a:pathLst>
            </a:custGeom>
            <a:solidFill>
              <a:srgbClr val="2D2D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326906" y="4279845"/>
              <a:ext cx="2967355" cy="3192145"/>
            </a:xfrm>
            <a:custGeom>
              <a:avLst/>
              <a:gdLst/>
              <a:ahLst/>
              <a:cxnLst/>
              <a:rect l="l" t="t" r="r" b="b"/>
              <a:pathLst>
                <a:path w="2967354" h="3192145">
                  <a:moveTo>
                    <a:pt x="0" y="494497"/>
                  </a:moveTo>
                  <a:lnTo>
                    <a:pt x="2263" y="446874"/>
                  </a:lnTo>
                  <a:lnTo>
                    <a:pt x="8916" y="400531"/>
                  </a:lnTo>
                  <a:lnTo>
                    <a:pt x="19751" y="355677"/>
                  </a:lnTo>
                  <a:lnTo>
                    <a:pt x="34560" y="312517"/>
                  </a:lnTo>
                  <a:lnTo>
                    <a:pt x="53138" y="271260"/>
                  </a:lnTo>
                  <a:lnTo>
                    <a:pt x="75275" y="232113"/>
                  </a:lnTo>
                  <a:lnTo>
                    <a:pt x="100765" y="195283"/>
                  </a:lnTo>
                  <a:lnTo>
                    <a:pt x="129402" y="160976"/>
                  </a:lnTo>
                  <a:lnTo>
                    <a:pt x="160976" y="129402"/>
                  </a:lnTo>
                  <a:lnTo>
                    <a:pt x="195283" y="100765"/>
                  </a:lnTo>
                  <a:lnTo>
                    <a:pt x="232113" y="75275"/>
                  </a:lnTo>
                  <a:lnTo>
                    <a:pt x="271260" y="53138"/>
                  </a:lnTo>
                  <a:lnTo>
                    <a:pt x="312517" y="34560"/>
                  </a:lnTo>
                  <a:lnTo>
                    <a:pt x="355677" y="19751"/>
                  </a:lnTo>
                  <a:lnTo>
                    <a:pt x="400531" y="8916"/>
                  </a:lnTo>
                  <a:lnTo>
                    <a:pt x="446874" y="2263"/>
                  </a:lnTo>
                  <a:lnTo>
                    <a:pt x="494497" y="0"/>
                  </a:lnTo>
                  <a:lnTo>
                    <a:pt x="2472426" y="0"/>
                  </a:lnTo>
                  <a:lnTo>
                    <a:pt x="2520049" y="2263"/>
                  </a:lnTo>
                  <a:lnTo>
                    <a:pt x="2566392" y="8916"/>
                  </a:lnTo>
                  <a:lnTo>
                    <a:pt x="2611246" y="19751"/>
                  </a:lnTo>
                  <a:lnTo>
                    <a:pt x="2654406" y="34560"/>
                  </a:lnTo>
                  <a:lnTo>
                    <a:pt x="2695663" y="53138"/>
                  </a:lnTo>
                  <a:lnTo>
                    <a:pt x="2734810" y="75275"/>
                  </a:lnTo>
                  <a:lnTo>
                    <a:pt x="2771641" y="100765"/>
                  </a:lnTo>
                  <a:lnTo>
                    <a:pt x="2805947" y="129402"/>
                  </a:lnTo>
                  <a:lnTo>
                    <a:pt x="2837522" y="160976"/>
                  </a:lnTo>
                  <a:lnTo>
                    <a:pt x="2866158" y="195283"/>
                  </a:lnTo>
                  <a:lnTo>
                    <a:pt x="2891648" y="232113"/>
                  </a:lnTo>
                  <a:lnTo>
                    <a:pt x="2913786" y="271260"/>
                  </a:lnTo>
                  <a:lnTo>
                    <a:pt x="2932363" y="312517"/>
                  </a:lnTo>
                  <a:lnTo>
                    <a:pt x="2947172" y="355677"/>
                  </a:lnTo>
                  <a:lnTo>
                    <a:pt x="2958007" y="400531"/>
                  </a:lnTo>
                  <a:lnTo>
                    <a:pt x="2964660" y="446874"/>
                  </a:lnTo>
                  <a:lnTo>
                    <a:pt x="2966924" y="494497"/>
                  </a:lnTo>
                  <a:lnTo>
                    <a:pt x="2966924" y="2697364"/>
                  </a:lnTo>
                  <a:lnTo>
                    <a:pt x="2964660" y="2744987"/>
                  </a:lnTo>
                  <a:lnTo>
                    <a:pt x="2958007" y="2791330"/>
                  </a:lnTo>
                  <a:lnTo>
                    <a:pt x="2947172" y="2836184"/>
                  </a:lnTo>
                  <a:lnTo>
                    <a:pt x="2932363" y="2879344"/>
                  </a:lnTo>
                  <a:lnTo>
                    <a:pt x="2913786" y="2920601"/>
                  </a:lnTo>
                  <a:lnTo>
                    <a:pt x="2891648" y="2959748"/>
                  </a:lnTo>
                  <a:lnTo>
                    <a:pt x="2866158" y="2996579"/>
                  </a:lnTo>
                  <a:lnTo>
                    <a:pt x="2837522" y="3030885"/>
                  </a:lnTo>
                  <a:lnTo>
                    <a:pt x="2805947" y="3062460"/>
                  </a:lnTo>
                  <a:lnTo>
                    <a:pt x="2771641" y="3091096"/>
                  </a:lnTo>
                  <a:lnTo>
                    <a:pt x="2734810" y="3116586"/>
                  </a:lnTo>
                  <a:lnTo>
                    <a:pt x="2695663" y="3138724"/>
                  </a:lnTo>
                  <a:lnTo>
                    <a:pt x="2654406" y="3157301"/>
                  </a:lnTo>
                  <a:lnTo>
                    <a:pt x="2611246" y="3172110"/>
                  </a:lnTo>
                  <a:lnTo>
                    <a:pt x="2566392" y="3182945"/>
                  </a:lnTo>
                  <a:lnTo>
                    <a:pt x="2520049" y="3189598"/>
                  </a:lnTo>
                  <a:lnTo>
                    <a:pt x="2472426" y="3191862"/>
                  </a:lnTo>
                  <a:lnTo>
                    <a:pt x="494497" y="3191862"/>
                  </a:lnTo>
                  <a:lnTo>
                    <a:pt x="446874" y="3189598"/>
                  </a:lnTo>
                  <a:lnTo>
                    <a:pt x="400531" y="3182945"/>
                  </a:lnTo>
                  <a:lnTo>
                    <a:pt x="355677" y="3172110"/>
                  </a:lnTo>
                  <a:lnTo>
                    <a:pt x="312517" y="3157301"/>
                  </a:lnTo>
                  <a:lnTo>
                    <a:pt x="271260" y="3138724"/>
                  </a:lnTo>
                  <a:lnTo>
                    <a:pt x="232113" y="3116586"/>
                  </a:lnTo>
                  <a:lnTo>
                    <a:pt x="195283" y="3091096"/>
                  </a:lnTo>
                  <a:lnTo>
                    <a:pt x="160976" y="3062460"/>
                  </a:lnTo>
                  <a:lnTo>
                    <a:pt x="129402" y="3030885"/>
                  </a:lnTo>
                  <a:lnTo>
                    <a:pt x="100765" y="2996579"/>
                  </a:lnTo>
                  <a:lnTo>
                    <a:pt x="75275" y="2959748"/>
                  </a:lnTo>
                  <a:lnTo>
                    <a:pt x="53138" y="2920601"/>
                  </a:lnTo>
                  <a:lnTo>
                    <a:pt x="34560" y="2879344"/>
                  </a:lnTo>
                  <a:lnTo>
                    <a:pt x="19751" y="2836184"/>
                  </a:lnTo>
                  <a:lnTo>
                    <a:pt x="8916" y="2791330"/>
                  </a:lnTo>
                  <a:lnTo>
                    <a:pt x="2263" y="2744987"/>
                  </a:lnTo>
                  <a:lnTo>
                    <a:pt x="0" y="2697364"/>
                  </a:lnTo>
                  <a:lnTo>
                    <a:pt x="0" y="49449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819260" y="5466079"/>
            <a:ext cx="1982470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0" b="1" spc="-20" dirty="0">
                <a:solidFill>
                  <a:srgbClr val="FFFFFF"/>
                </a:solidFill>
                <a:latin typeface="Arial"/>
                <a:cs typeface="Arial"/>
              </a:rPr>
              <a:t>Render</a:t>
            </a:r>
            <a:endParaRPr sz="45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7631472" y="4273495"/>
            <a:ext cx="2980055" cy="3204845"/>
            <a:chOff x="7631472" y="4273495"/>
            <a:chExt cx="2980055" cy="3204845"/>
          </a:xfrm>
        </p:grpSpPr>
        <p:sp>
          <p:nvSpPr>
            <p:cNvPr id="13" name="object 13"/>
            <p:cNvSpPr/>
            <p:nvPr/>
          </p:nvSpPr>
          <p:spPr>
            <a:xfrm>
              <a:off x="7637822" y="4279845"/>
              <a:ext cx="2967355" cy="3192145"/>
            </a:xfrm>
            <a:custGeom>
              <a:avLst/>
              <a:gdLst/>
              <a:ahLst/>
              <a:cxnLst/>
              <a:rect l="l" t="t" r="r" b="b"/>
              <a:pathLst>
                <a:path w="2967354" h="3192145">
                  <a:moveTo>
                    <a:pt x="2472425" y="0"/>
                  </a:moveTo>
                  <a:lnTo>
                    <a:pt x="494497" y="0"/>
                  </a:lnTo>
                  <a:lnTo>
                    <a:pt x="446873" y="2263"/>
                  </a:lnTo>
                  <a:lnTo>
                    <a:pt x="400531" y="8916"/>
                  </a:lnTo>
                  <a:lnTo>
                    <a:pt x="355676" y="19751"/>
                  </a:lnTo>
                  <a:lnTo>
                    <a:pt x="312517" y="34560"/>
                  </a:lnTo>
                  <a:lnTo>
                    <a:pt x="271260" y="53137"/>
                  </a:lnTo>
                  <a:lnTo>
                    <a:pt x="232113" y="75275"/>
                  </a:lnTo>
                  <a:lnTo>
                    <a:pt x="195282" y="100765"/>
                  </a:lnTo>
                  <a:lnTo>
                    <a:pt x="160976" y="129402"/>
                  </a:lnTo>
                  <a:lnTo>
                    <a:pt x="129401" y="160976"/>
                  </a:lnTo>
                  <a:lnTo>
                    <a:pt x="100765" y="195283"/>
                  </a:lnTo>
                  <a:lnTo>
                    <a:pt x="75275" y="232113"/>
                  </a:lnTo>
                  <a:lnTo>
                    <a:pt x="53137" y="271260"/>
                  </a:lnTo>
                  <a:lnTo>
                    <a:pt x="34560" y="312517"/>
                  </a:lnTo>
                  <a:lnTo>
                    <a:pt x="19751" y="355677"/>
                  </a:lnTo>
                  <a:lnTo>
                    <a:pt x="8916" y="400532"/>
                  </a:lnTo>
                  <a:lnTo>
                    <a:pt x="2263" y="446875"/>
                  </a:lnTo>
                  <a:lnTo>
                    <a:pt x="0" y="494498"/>
                  </a:lnTo>
                  <a:lnTo>
                    <a:pt x="0" y="2697364"/>
                  </a:lnTo>
                  <a:lnTo>
                    <a:pt x="2263" y="2744987"/>
                  </a:lnTo>
                  <a:lnTo>
                    <a:pt x="8916" y="2791330"/>
                  </a:lnTo>
                  <a:lnTo>
                    <a:pt x="19751" y="2836185"/>
                  </a:lnTo>
                  <a:lnTo>
                    <a:pt x="34560" y="2879344"/>
                  </a:lnTo>
                  <a:lnTo>
                    <a:pt x="53137" y="2920601"/>
                  </a:lnTo>
                  <a:lnTo>
                    <a:pt x="75275" y="2959748"/>
                  </a:lnTo>
                  <a:lnTo>
                    <a:pt x="100765" y="2996579"/>
                  </a:lnTo>
                  <a:lnTo>
                    <a:pt x="129401" y="3030885"/>
                  </a:lnTo>
                  <a:lnTo>
                    <a:pt x="160976" y="3062460"/>
                  </a:lnTo>
                  <a:lnTo>
                    <a:pt x="195282" y="3091096"/>
                  </a:lnTo>
                  <a:lnTo>
                    <a:pt x="232113" y="3116587"/>
                  </a:lnTo>
                  <a:lnTo>
                    <a:pt x="271260" y="3138724"/>
                  </a:lnTo>
                  <a:lnTo>
                    <a:pt x="312517" y="3157301"/>
                  </a:lnTo>
                  <a:lnTo>
                    <a:pt x="355676" y="3172111"/>
                  </a:lnTo>
                  <a:lnTo>
                    <a:pt x="400531" y="3182946"/>
                  </a:lnTo>
                  <a:lnTo>
                    <a:pt x="446873" y="3189599"/>
                  </a:lnTo>
                  <a:lnTo>
                    <a:pt x="494497" y="3191863"/>
                  </a:lnTo>
                  <a:lnTo>
                    <a:pt x="2472425" y="3191863"/>
                  </a:lnTo>
                  <a:lnTo>
                    <a:pt x="2520049" y="3189599"/>
                  </a:lnTo>
                  <a:lnTo>
                    <a:pt x="2566391" y="3182946"/>
                  </a:lnTo>
                  <a:lnTo>
                    <a:pt x="2611246" y="3172111"/>
                  </a:lnTo>
                  <a:lnTo>
                    <a:pt x="2654406" y="3157301"/>
                  </a:lnTo>
                  <a:lnTo>
                    <a:pt x="2695663" y="3138724"/>
                  </a:lnTo>
                  <a:lnTo>
                    <a:pt x="2734810" y="3116587"/>
                  </a:lnTo>
                  <a:lnTo>
                    <a:pt x="2771640" y="3091096"/>
                  </a:lnTo>
                  <a:lnTo>
                    <a:pt x="2805947" y="3062460"/>
                  </a:lnTo>
                  <a:lnTo>
                    <a:pt x="2837521" y="3030885"/>
                  </a:lnTo>
                  <a:lnTo>
                    <a:pt x="2866158" y="2996579"/>
                  </a:lnTo>
                  <a:lnTo>
                    <a:pt x="2891648" y="2959748"/>
                  </a:lnTo>
                  <a:lnTo>
                    <a:pt x="2913786" y="2920601"/>
                  </a:lnTo>
                  <a:lnTo>
                    <a:pt x="2932363" y="2879344"/>
                  </a:lnTo>
                  <a:lnTo>
                    <a:pt x="2947173" y="2836185"/>
                  </a:lnTo>
                  <a:lnTo>
                    <a:pt x="2958007" y="2791330"/>
                  </a:lnTo>
                  <a:lnTo>
                    <a:pt x="2964660" y="2744987"/>
                  </a:lnTo>
                  <a:lnTo>
                    <a:pt x="2966924" y="2697364"/>
                  </a:lnTo>
                  <a:lnTo>
                    <a:pt x="2966924" y="494498"/>
                  </a:lnTo>
                  <a:lnTo>
                    <a:pt x="2964660" y="446875"/>
                  </a:lnTo>
                  <a:lnTo>
                    <a:pt x="2958007" y="400532"/>
                  </a:lnTo>
                  <a:lnTo>
                    <a:pt x="2947173" y="355677"/>
                  </a:lnTo>
                  <a:lnTo>
                    <a:pt x="2932363" y="312517"/>
                  </a:lnTo>
                  <a:lnTo>
                    <a:pt x="2913786" y="271260"/>
                  </a:lnTo>
                  <a:lnTo>
                    <a:pt x="2891648" y="232113"/>
                  </a:lnTo>
                  <a:lnTo>
                    <a:pt x="2866158" y="195283"/>
                  </a:lnTo>
                  <a:lnTo>
                    <a:pt x="2837521" y="160976"/>
                  </a:lnTo>
                  <a:lnTo>
                    <a:pt x="2805947" y="129402"/>
                  </a:lnTo>
                  <a:lnTo>
                    <a:pt x="2771640" y="100765"/>
                  </a:lnTo>
                  <a:lnTo>
                    <a:pt x="2734810" y="75275"/>
                  </a:lnTo>
                  <a:lnTo>
                    <a:pt x="2695663" y="53137"/>
                  </a:lnTo>
                  <a:lnTo>
                    <a:pt x="2654406" y="34560"/>
                  </a:lnTo>
                  <a:lnTo>
                    <a:pt x="2611246" y="19751"/>
                  </a:lnTo>
                  <a:lnTo>
                    <a:pt x="2566391" y="8916"/>
                  </a:lnTo>
                  <a:lnTo>
                    <a:pt x="2520049" y="2263"/>
                  </a:lnTo>
                  <a:lnTo>
                    <a:pt x="2472425" y="0"/>
                  </a:lnTo>
                  <a:close/>
                </a:path>
              </a:pathLst>
            </a:custGeom>
            <a:solidFill>
              <a:srgbClr val="A62E5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637822" y="4279845"/>
              <a:ext cx="2967355" cy="3192145"/>
            </a:xfrm>
            <a:custGeom>
              <a:avLst/>
              <a:gdLst/>
              <a:ahLst/>
              <a:cxnLst/>
              <a:rect l="l" t="t" r="r" b="b"/>
              <a:pathLst>
                <a:path w="2967354" h="3192145">
                  <a:moveTo>
                    <a:pt x="0" y="494497"/>
                  </a:moveTo>
                  <a:lnTo>
                    <a:pt x="2263" y="446874"/>
                  </a:lnTo>
                  <a:lnTo>
                    <a:pt x="8916" y="400531"/>
                  </a:lnTo>
                  <a:lnTo>
                    <a:pt x="19751" y="355677"/>
                  </a:lnTo>
                  <a:lnTo>
                    <a:pt x="34560" y="312517"/>
                  </a:lnTo>
                  <a:lnTo>
                    <a:pt x="53138" y="271260"/>
                  </a:lnTo>
                  <a:lnTo>
                    <a:pt x="75275" y="232113"/>
                  </a:lnTo>
                  <a:lnTo>
                    <a:pt x="100765" y="195283"/>
                  </a:lnTo>
                  <a:lnTo>
                    <a:pt x="129402" y="160976"/>
                  </a:lnTo>
                  <a:lnTo>
                    <a:pt x="160976" y="129402"/>
                  </a:lnTo>
                  <a:lnTo>
                    <a:pt x="195283" y="100765"/>
                  </a:lnTo>
                  <a:lnTo>
                    <a:pt x="232113" y="75275"/>
                  </a:lnTo>
                  <a:lnTo>
                    <a:pt x="271260" y="53138"/>
                  </a:lnTo>
                  <a:lnTo>
                    <a:pt x="312517" y="34560"/>
                  </a:lnTo>
                  <a:lnTo>
                    <a:pt x="355677" y="19751"/>
                  </a:lnTo>
                  <a:lnTo>
                    <a:pt x="400531" y="8916"/>
                  </a:lnTo>
                  <a:lnTo>
                    <a:pt x="446874" y="2263"/>
                  </a:lnTo>
                  <a:lnTo>
                    <a:pt x="494497" y="0"/>
                  </a:lnTo>
                  <a:lnTo>
                    <a:pt x="2472426" y="0"/>
                  </a:lnTo>
                  <a:lnTo>
                    <a:pt x="2520049" y="2263"/>
                  </a:lnTo>
                  <a:lnTo>
                    <a:pt x="2566392" y="8916"/>
                  </a:lnTo>
                  <a:lnTo>
                    <a:pt x="2611246" y="19751"/>
                  </a:lnTo>
                  <a:lnTo>
                    <a:pt x="2654406" y="34560"/>
                  </a:lnTo>
                  <a:lnTo>
                    <a:pt x="2695663" y="53138"/>
                  </a:lnTo>
                  <a:lnTo>
                    <a:pt x="2734810" y="75275"/>
                  </a:lnTo>
                  <a:lnTo>
                    <a:pt x="2771641" y="100765"/>
                  </a:lnTo>
                  <a:lnTo>
                    <a:pt x="2805947" y="129402"/>
                  </a:lnTo>
                  <a:lnTo>
                    <a:pt x="2837522" y="160976"/>
                  </a:lnTo>
                  <a:lnTo>
                    <a:pt x="2866158" y="195283"/>
                  </a:lnTo>
                  <a:lnTo>
                    <a:pt x="2891648" y="232113"/>
                  </a:lnTo>
                  <a:lnTo>
                    <a:pt x="2913786" y="271260"/>
                  </a:lnTo>
                  <a:lnTo>
                    <a:pt x="2932363" y="312517"/>
                  </a:lnTo>
                  <a:lnTo>
                    <a:pt x="2947172" y="355677"/>
                  </a:lnTo>
                  <a:lnTo>
                    <a:pt x="2958007" y="400531"/>
                  </a:lnTo>
                  <a:lnTo>
                    <a:pt x="2964660" y="446874"/>
                  </a:lnTo>
                  <a:lnTo>
                    <a:pt x="2966924" y="494497"/>
                  </a:lnTo>
                  <a:lnTo>
                    <a:pt x="2966924" y="2697364"/>
                  </a:lnTo>
                  <a:lnTo>
                    <a:pt x="2964660" y="2744987"/>
                  </a:lnTo>
                  <a:lnTo>
                    <a:pt x="2958007" y="2791330"/>
                  </a:lnTo>
                  <a:lnTo>
                    <a:pt x="2947172" y="2836184"/>
                  </a:lnTo>
                  <a:lnTo>
                    <a:pt x="2932363" y="2879344"/>
                  </a:lnTo>
                  <a:lnTo>
                    <a:pt x="2913786" y="2920601"/>
                  </a:lnTo>
                  <a:lnTo>
                    <a:pt x="2891648" y="2959748"/>
                  </a:lnTo>
                  <a:lnTo>
                    <a:pt x="2866158" y="2996579"/>
                  </a:lnTo>
                  <a:lnTo>
                    <a:pt x="2837522" y="3030885"/>
                  </a:lnTo>
                  <a:lnTo>
                    <a:pt x="2805947" y="3062460"/>
                  </a:lnTo>
                  <a:lnTo>
                    <a:pt x="2771641" y="3091096"/>
                  </a:lnTo>
                  <a:lnTo>
                    <a:pt x="2734810" y="3116586"/>
                  </a:lnTo>
                  <a:lnTo>
                    <a:pt x="2695663" y="3138724"/>
                  </a:lnTo>
                  <a:lnTo>
                    <a:pt x="2654406" y="3157301"/>
                  </a:lnTo>
                  <a:lnTo>
                    <a:pt x="2611246" y="3172110"/>
                  </a:lnTo>
                  <a:lnTo>
                    <a:pt x="2566392" y="3182945"/>
                  </a:lnTo>
                  <a:lnTo>
                    <a:pt x="2520049" y="3189598"/>
                  </a:lnTo>
                  <a:lnTo>
                    <a:pt x="2472426" y="3191862"/>
                  </a:lnTo>
                  <a:lnTo>
                    <a:pt x="494497" y="3191862"/>
                  </a:lnTo>
                  <a:lnTo>
                    <a:pt x="446874" y="3189598"/>
                  </a:lnTo>
                  <a:lnTo>
                    <a:pt x="400531" y="3182945"/>
                  </a:lnTo>
                  <a:lnTo>
                    <a:pt x="355677" y="3172110"/>
                  </a:lnTo>
                  <a:lnTo>
                    <a:pt x="312517" y="3157301"/>
                  </a:lnTo>
                  <a:lnTo>
                    <a:pt x="271260" y="3138724"/>
                  </a:lnTo>
                  <a:lnTo>
                    <a:pt x="232113" y="3116586"/>
                  </a:lnTo>
                  <a:lnTo>
                    <a:pt x="195283" y="3091096"/>
                  </a:lnTo>
                  <a:lnTo>
                    <a:pt x="160976" y="3062460"/>
                  </a:lnTo>
                  <a:lnTo>
                    <a:pt x="129402" y="3030885"/>
                  </a:lnTo>
                  <a:lnTo>
                    <a:pt x="100765" y="2996579"/>
                  </a:lnTo>
                  <a:lnTo>
                    <a:pt x="75275" y="2959748"/>
                  </a:lnTo>
                  <a:lnTo>
                    <a:pt x="53138" y="2920601"/>
                  </a:lnTo>
                  <a:lnTo>
                    <a:pt x="34560" y="2879344"/>
                  </a:lnTo>
                  <a:lnTo>
                    <a:pt x="19751" y="2836184"/>
                  </a:lnTo>
                  <a:lnTo>
                    <a:pt x="8916" y="2791330"/>
                  </a:lnTo>
                  <a:lnTo>
                    <a:pt x="2263" y="2744987"/>
                  </a:lnTo>
                  <a:lnTo>
                    <a:pt x="0" y="2697364"/>
                  </a:lnTo>
                  <a:lnTo>
                    <a:pt x="0" y="49449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7996730" y="4539488"/>
            <a:ext cx="2249170" cy="2564765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12700" marR="5080" algn="ctr">
              <a:lnSpc>
                <a:spcPct val="90100"/>
              </a:lnSpc>
              <a:spcBef>
                <a:spcPts val="635"/>
              </a:spcBef>
            </a:pPr>
            <a:r>
              <a:rPr sz="4500" b="1" spc="80" dirty="0">
                <a:solidFill>
                  <a:srgbClr val="FFFFFF"/>
                </a:solidFill>
                <a:latin typeface="Arial"/>
                <a:cs typeface="Arial"/>
              </a:rPr>
              <a:t>Create </a:t>
            </a:r>
            <a:r>
              <a:rPr sz="4500" b="1" spc="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500" b="1" spc="-10" dirty="0">
                <a:solidFill>
                  <a:srgbClr val="FFFFFF"/>
                </a:solidFill>
                <a:latin typeface="Arial"/>
                <a:cs typeface="Arial"/>
              </a:rPr>
              <a:t>and </a:t>
            </a:r>
            <a:r>
              <a:rPr sz="4500" b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500" b="1" spc="25" dirty="0">
                <a:solidFill>
                  <a:srgbClr val="FFFFFF"/>
                </a:solidFill>
                <a:latin typeface="Arial"/>
                <a:cs typeface="Arial"/>
              </a:rPr>
              <a:t>render </a:t>
            </a:r>
            <a:r>
              <a:rPr sz="4500" b="1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500" b="1" dirty="0">
                <a:solidFill>
                  <a:srgbClr val="FFFFFF"/>
                </a:solidFill>
                <a:latin typeface="Arial"/>
                <a:cs typeface="Arial"/>
              </a:rPr>
              <a:t>children</a:t>
            </a:r>
            <a:endParaRPr sz="4500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0942386" y="4273495"/>
            <a:ext cx="2980055" cy="3204845"/>
            <a:chOff x="10942386" y="4273495"/>
            <a:chExt cx="2980055" cy="3204845"/>
          </a:xfrm>
        </p:grpSpPr>
        <p:sp>
          <p:nvSpPr>
            <p:cNvPr id="17" name="object 17"/>
            <p:cNvSpPr/>
            <p:nvPr/>
          </p:nvSpPr>
          <p:spPr>
            <a:xfrm>
              <a:off x="10948736" y="4279845"/>
              <a:ext cx="2967355" cy="3192145"/>
            </a:xfrm>
            <a:custGeom>
              <a:avLst/>
              <a:gdLst/>
              <a:ahLst/>
              <a:cxnLst/>
              <a:rect l="l" t="t" r="r" b="b"/>
              <a:pathLst>
                <a:path w="2967355" h="3192145">
                  <a:moveTo>
                    <a:pt x="2472420" y="0"/>
                  </a:moveTo>
                  <a:lnTo>
                    <a:pt x="494498" y="0"/>
                  </a:lnTo>
                  <a:lnTo>
                    <a:pt x="446875" y="2263"/>
                  </a:lnTo>
                  <a:lnTo>
                    <a:pt x="400532" y="8916"/>
                  </a:lnTo>
                  <a:lnTo>
                    <a:pt x="355677" y="19751"/>
                  </a:lnTo>
                  <a:lnTo>
                    <a:pt x="312517" y="34560"/>
                  </a:lnTo>
                  <a:lnTo>
                    <a:pt x="271260" y="53137"/>
                  </a:lnTo>
                  <a:lnTo>
                    <a:pt x="232113" y="75275"/>
                  </a:lnTo>
                  <a:lnTo>
                    <a:pt x="195283" y="100765"/>
                  </a:lnTo>
                  <a:lnTo>
                    <a:pt x="160976" y="129402"/>
                  </a:lnTo>
                  <a:lnTo>
                    <a:pt x="129402" y="160976"/>
                  </a:lnTo>
                  <a:lnTo>
                    <a:pt x="100765" y="195283"/>
                  </a:lnTo>
                  <a:lnTo>
                    <a:pt x="75275" y="232113"/>
                  </a:lnTo>
                  <a:lnTo>
                    <a:pt x="53137" y="271260"/>
                  </a:lnTo>
                  <a:lnTo>
                    <a:pt x="34560" y="312517"/>
                  </a:lnTo>
                  <a:lnTo>
                    <a:pt x="19751" y="355677"/>
                  </a:lnTo>
                  <a:lnTo>
                    <a:pt x="8916" y="400532"/>
                  </a:lnTo>
                  <a:lnTo>
                    <a:pt x="2263" y="446875"/>
                  </a:lnTo>
                  <a:lnTo>
                    <a:pt x="0" y="494498"/>
                  </a:lnTo>
                  <a:lnTo>
                    <a:pt x="0" y="2697364"/>
                  </a:lnTo>
                  <a:lnTo>
                    <a:pt x="2263" y="2744987"/>
                  </a:lnTo>
                  <a:lnTo>
                    <a:pt x="8916" y="2791330"/>
                  </a:lnTo>
                  <a:lnTo>
                    <a:pt x="19751" y="2836185"/>
                  </a:lnTo>
                  <a:lnTo>
                    <a:pt x="34560" y="2879344"/>
                  </a:lnTo>
                  <a:lnTo>
                    <a:pt x="53137" y="2920601"/>
                  </a:lnTo>
                  <a:lnTo>
                    <a:pt x="75275" y="2959748"/>
                  </a:lnTo>
                  <a:lnTo>
                    <a:pt x="100765" y="2996579"/>
                  </a:lnTo>
                  <a:lnTo>
                    <a:pt x="129402" y="3030885"/>
                  </a:lnTo>
                  <a:lnTo>
                    <a:pt x="160976" y="3062460"/>
                  </a:lnTo>
                  <a:lnTo>
                    <a:pt x="195283" y="3091096"/>
                  </a:lnTo>
                  <a:lnTo>
                    <a:pt x="232113" y="3116587"/>
                  </a:lnTo>
                  <a:lnTo>
                    <a:pt x="271260" y="3138724"/>
                  </a:lnTo>
                  <a:lnTo>
                    <a:pt x="312517" y="3157301"/>
                  </a:lnTo>
                  <a:lnTo>
                    <a:pt x="355677" y="3172111"/>
                  </a:lnTo>
                  <a:lnTo>
                    <a:pt x="400532" y="3182946"/>
                  </a:lnTo>
                  <a:lnTo>
                    <a:pt x="446875" y="3189599"/>
                  </a:lnTo>
                  <a:lnTo>
                    <a:pt x="494498" y="3191863"/>
                  </a:lnTo>
                  <a:lnTo>
                    <a:pt x="2472420" y="3191863"/>
                  </a:lnTo>
                  <a:lnTo>
                    <a:pt x="2520045" y="3189599"/>
                  </a:lnTo>
                  <a:lnTo>
                    <a:pt x="2566389" y="3182946"/>
                  </a:lnTo>
                  <a:lnTo>
                    <a:pt x="2611245" y="3172111"/>
                  </a:lnTo>
                  <a:lnTo>
                    <a:pt x="2654405" y="3157301"/>
                  </a:lnTo>
                  <a:lnTo>
                    <a:pt x="2695662" y="3138724"/>
                  </a:lnTo>
                  <a:lnTo>
                    <a:pt x="2734810" y="3116587"/>
                  </a:lnTo>
                  <a:lnTo>
                    <a:pt x="2771640" y="3091096"/>
                  </a:lnTo>
                  <a:lnTo>
                    <a:pt x="2805946" y="3062460"/>
                  </a:lnTo>
                  <a:lnTo>
                    <a:pt x="2837521" y="3030885"/>
                  </a:lnTo>
                  <a:lnTo>
                    <a:pt x="2866157" y="2996579"/>
                  </a:lnTo>
                  <a:lnTo>
                    <a:pt x="2891647" y="2959748"/>
                  </a:lnTo>
                  <a:lnTo>
                    <a:pt x="2913784" y="2920601"/>
                  </a:lnTo>
                  <a:lnTo>
                    <a:pt x="2932360" y="2879344"/>
                  </a:lnTo>
                  <a:lnTo>
                    <a:pt x="2947169" y="2836185"/>
                  </a:lnTo>
                  <a:lnTo>
                    <a:pt x="2958004" y="2791330"/>
                  </a:lnTo>
                  <a:lnTo>
                    <a:pt x="2964657" y="2744987"/>
                  </a:lnTo>
                  <a:lnTo>
                    <a:pt x="2966920" y="2697364"/>
                  </a:lnTo>
                  <a:lnTo>
                    <a:pt x="2966920" y="494498"/>
                  </a:lnTo>
                  <a:lnTo>
                    <a:pt x="2964657" y="446875"/>
                  </a:lnTo>
                  <a:lnTo>
                    <a:pt x="2958004" y="400532"/>
                  </a:lnTo>
                  <a:lnTo>
                    <a:pt x="2947169" y="355677"/>
                  </a:lnTo>
                  <a:lnTo>
                    <a:pt x="2932360" y="312517"/>
                  </a:lnTo>
                  <a:lnTo>
                    <a:pt x="2913784" y="271260"/>
                  </a:lnTo>
                  <a:lnTo>
                    <a:pt x="2891647" y="232113"/>
                  </a:lnTo>
                  <a:lnTo>
                    <a:pt x="2866157" y="195283"/>
                  </a:lnTo>
                  <a:lnTo>
                    <a:pt x="2837521" y="160976"/>
                  </a:lnTo>
                  <a:lnTo>
                    <a:pt x="2805946" y="129402"/>
                  </a:lnTo>
                  <a:lnTo>
                    <a:pt x="2771640" y="100765"/>
                  </a:lnTo>
                  <a:lnTo>
                    <a:pt x="2734810" y="75275"/>
                  </a:lnTo>
                  <a:lnTo>
                    <a:pt x="2695662" y="53137"/>
                  </a:lnTo>
                  <a:lnTo>
                    <a:pt x="2654405" y="34560"/>
                  </a:lnTo>
                  <a:lnTo>
                    <a:pt x="2611245" y="19751"/>
                  </a:lnTo>
                  <a:lnTo>
                    <a:pt x="2566389" y="8916"/>
                  </a:lnTo>
                  <a:lnTo>
                    <a:pt x="2520045" y="2263"/>
                  </a:lnTo>
                  <a:lnTo>
                    <a:pt x="2472420" y="0"/>
                  </a:lnTo>
                  <a:close/>
                </a:path>
              </a:pathLst>
            </a:custGeom>
            <a:solidFill>
              <a:srgbClr val="9BC8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0948736" y="4279845"/>
              <a:ext cx="2967355" cy="3192145"/>
            </a:xfrm>
            <a:custGeom>
              <a:avLst/>
              <a:gdLst/>
              <a:ahLst/>
              <a:cxnLst/>
              <a:rect l="l" t="t" r="r" b="b"/>
              <a:pathLst>
                <a:path w="2967355" h="3192145">
                  <a:moveTo>
                    <a:pt x="0" y="494497"/>
                  </a:moveTo>
                  <a:lnTo>
                    <a:pt x="2263" y="446874"/>
                  </a:lnTo>
                  <a:lnTo>
                    <a:pt x="8916" y="400531"/>
                  </a:lnTo>
                  <a:lnTo>
                    <a:pt x="19751" y="355677"/>
                  </a:lnTo>
                  <a:lnTo>
                    <a:pt x="34560" y="312517"/>
                  </a:lnTo>
                  <a:lnTo>
                    <a:pt x="53138" y="271260"/>
                  </a:lnTo>
                  <a:lnTo>
                    <a:pt x="75275" y="232113"/>
                  </a:lnTo>
                  <a:lnTo>
                    <a:pt x="100765" y="195283"/>
                  </a:lnTo>
                  <a:lnTo>
                    <a:pt x="129402" y="160976"/>
                  </a:lnTo>
                  <a:lnTo>
                    <a:pt x="160976" y="129402"/>
                  </a:lnTo>
                  <a:lnTo>
                    <a:pt x="195283" y="100765"/>
                  </a:lnTo>
                  <a:lnTo>
                    <a:pt x="232113" y="75275"/>
                  </a:lnTo>
                  <a:lnTo>
                    <a:pt x="271260" y="53138"/>
                  </a:lnTo>
                  <a:lnTo>
                    <a:pt x="312517" y="34560"/>
                  </a:lnTo>
                  <a:lnTo>
                    <a:pt x="355677" y="19751"/>
                  </a:lnTo>
                  <a:lnTo>
                    <a:pt x="400531" y="8916"/>
                  </a:lnTo>
                  <a:lnTo>
                    <a:pt x="446874" y="2263"/>
                  </a:lnTo>
                  <a:lnTo>
                    <a:pt x="494497" y="0"/>
                  </a:lnTo>
                  <a:lnTo>
                    <a:pt x="2472426" y="0"/>
                  </a:lnTo>
                  <a:lnTo>
                    <a:pt x="2520049" y="2263"/>
                  </a:lnTo>
                  <a:lnTo>
                    <a:pt x="2566392" y="8916"/>
                  </a:lnTo>
                  <a:lnTo>
                    <a:pt x="2611246" y="19751"/>
                  </a:lnTo>
                  <a:lnTo>
                    <a:pt x="2654406" y="34560"/>
                  </a:lnTo>
                  <a:lnTo>
                    <a:pt x="2695663" y="53138"/>
                  </a:lnTo>
                  <a:lnTo>
                    <a:pt x="2734810" y="75275"/>
                  </a:lnTo>
                  <a:lnTo>
                    <a:pt x="2771641" y="100765"/>
                  </a:lnTo>
                  <a:lnTo>
                    <a:pt x="2805947" y="129402"/>
                  </a:lnTo>
                  <a:lnTo>
                    <a:pt x="2837522" y="160976"/>
                  </a:lnTo>
                  <a:lnTo>
                    <a:pt x="2866158" y="195283"/>
                  </a:lnTo>
                  <a:lnTo>
                    <a:pt x="2891648" y="232113"/>
                  </a:lnTo>
                  <a:lnTo>
                    <a:pt x="2913786" y="271260"/>
                  </a:lnTo>
                  <a:lnTo>
                    <a:pt x="2932363" y="312517"/>
                  </a:lnTo>
                  <a:lnTo>
                    <a:pt x="2947172" y="355677"/>
                  </a:lnTo>
                  <a:lnTo>
                    <a:pt x="2958007" y="400531"/>
                  </a:lnTo>
                  <a:lnTo>
                    <a:pt x="2964660" y="446874"/>
                  </a:lnTo>
                  <a:lnTo>
                    <a:pt x="2966924" y="494497"/>
                  </a:lnTo>
                  <a:lnTo>
                    <a:pt x="2966924" y="2697364"/>
                  </a:lnTo>
                  <a:lnTo>
                    <a:pt x="2964660" y="2744987"/>
                  </a:lnTo>
                  <a:lnTo>
                    <a:pt x="2958007" y="2791330"/>
                  </a:lnTo>
                  <a:lnTo>
                    <a:pt x="2947172" y="2836184"/>
                  </a:lnTo>
                  <a:lnTo>
                    <a:pt x="2932363" y="2879344"/>
                  </a:lnTo>
                  <a:lnTo>
                    <a:pt x="2913786" y="2920601"/>
                  </a:lnTo>
                  <a:lnTo>
                    <a:pt x="2891648" y="2959748"/>
                  </a:lnTo>
                  <a:lnTo>
                    <a:pt x="2866158" y="2996579"/>
                  </a:lnTo>
                  <a:lnTo>
                    <a:pt x="2837522" y="3030885"/>
                  </a:lnTo>
                  <a:lnTo>
                    <a:pt x="2805947" y="3062460"/>
                  </a:lnTo>
                  <a:lnTo>
                    <a:pt x="2771641" y="3091096"/>
                  </a:lnTo>
                  <a:lnTo>
                    <a:pt x="2734810" y="3116586"/>
                  </a:lnTo>
                  <a:lnTo>
                    <a:pt x="2695663" y="3138724"/>
                  </a:lnTo>
                  <a:lnTo>
                    <a:pt x="2654406" y="3157301"/>
                  </a:lnTo>
                  <a:lnTo>
                    <a:pt x="2611246" y="3172110"/>
                  </a:lnTo>
                  <a:lnTo>
                    <a:pt x="2566392" y="3182945"/>
                  </a:lnTo>
                  <a:lnTo>
                    <a:pt x="2520049" y="3189598"/>
                  </a:lnTo>
                  <a:lnTo>
                    <a:pt x="2472426" y="3191862"/>
                  </a:lnTo>
                  <a:lnTo>
                    <a:pt x="494497" y="3191862"/>
                  </a:lnTo>
                  <a:lnTo>
                    <a:pt x="446874" y="3189598"/>
                  </a:lnTo>
                  <a:lnTo>
                    <a:pt x="400531" y="3182945"/>
                  </a:lnTo>
                  <a:lnTo>
                    <a:pt x="355677" y="3172110"/>
                  </a:lnTo>
                  <a:lnTo>
                    <a:pt x="312517" y="3157301"/>
                  </a:lnTo>
                  <a:lnTo>
                    <a:pt x="271260" y="3138724"/>
                  </a:lnTo>
                  <a:lnTo>
                    <a:pt x="232113" y="3116586"/>
                  </a:lnTo>
                  <a:lnTo>
                    <a:pt x="195283" y="3091096"/>
                  </a:lnTo>
                  <a:lnTo>
                    <a:pt x="160976" y="3062460"/>
                  </a:lnTo>
                  <a:lnTo>
                    <a:pt x="129402" y="3030885"/>
                  </a:lnTo>
                  <a:lnTo>
                    <a:pt x="100765" y="2996579"/>
                  </a:lnTo>
                  <a:lnTo>
                    <a:pt x="75275" y="2959748"/>
                  </a:lnTo>
                  <a:lnTo>
                    <a:pt x="53138" y="2920601"/>
                  </a:lnTo>
                  <a:lnTo>
                    <a:pt x="34560" y="2879344"/>
                  </a:lnTo>
                  <a:lnTo>
                    <a:pt x="19751" y="2836184"/>
                  </a:lnTo>
                  <a:lnTo>
                    <a:pt x="8916" y="2791330"/>
                  </a:lnTo>
                  <a:lnTo>
                    <a:pt x="2263" y="2744987"/>
                  </a:lnTo>
                  <a:lnTo>
                    <a:pt x="0" y="2697364"/>
                  </a:lnTo>
                  <a:lnTo>
                    <a:pt x="0" y="49449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1269640" y="5158232"/>
            <a:ext cx="2325370" cy="1320800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12700" marR="5080" indent="80645">
              <a:lnSpc>
                <a:spcPts val="4800"/>
              </a:lnSpc>
              <a:spcBef>
                <a:spcPts val="760"/>
              </a:spcBef>
            </a:pPr>
            <a:r>
              <a:rPr sz="4500" b="1" spc="-100" dirty="0">
                <a:solidFill>
                  <a:srgbClr val="FFFFFF"/>
                </a:solidFill>
                <a:latin typeface="Arial"/>
                <a:cs typeface="Arial"/>
              </a:rPr>
              <a:t>Process </a:t>
            </a:r>
            <a:r>
              <a:rPr sz="4500" b="1" spc="-12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500" b="1" spc="-25" dirty="0">
                <a:solidFill>
                  <a:srgbClr val="FFFFFF"/>
                </a:solidFill>
                <a:latin typeface="Arial"/>
                <a:cs typeface="Arial"/>
              </a:rPr>
              <a:t>changes</a:t>
            </a:r>
            <a:endParaRPr sz="450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4253298" y="4273495"/>
            <a:ext cx="2980055" cy="3204845"/>
            <a:chOff x="14253298" y="4273495"/>
            <a:chExt cx="2980055" cy="3204845"/>
          </a:xfrm>
        </p:grpSpPr>
        <p:sp>
          <p:nvSpPr>
            <p:cNvPr id="21" name="object 21"/>
            <p:cNvSpPr/>
            <p:nvPr/>
          </p:nvSpPr>
          <p:spPr>
            <a:xfrm>
              <a:off x="14259648" y="4279845"/>
              <a:ext cx="2967355" cy="3192145"/>
            </a:xfrm>
            <a:custGeom>
              <a:avLst/>
              <a:gdLst/>
              <a:ahLst/>
              <a:cxnLst/>
              <a:rect l="l" t="t" r="r" b="b"/>
              <a:pathLst>
                <a:path w="2967355" h="3192145">
                  <a:moveTo>
                    <a:pt x="2472436" y="0"/>
                  </a:moveTo>
                  <a:lnTo>
                    <a:pt x="494499" y="0"/>
                  </a:lnTo>
                  <a:lnTo>
                    <a:pt x="446876" y="2263"/>
                  </a:lnTo>
                  <a:lnTo>
                    <a:pt x="400534" y="8916"/>
                  </a:lnTo>
                  <a:lnTo>
                    <a:pt x="355679" y="19751"/>
                  </a:lnTo>
                  <a:lnTo>
                    <a:pt x="312520" y="34560"/>
                  </a:lnTo>
                  <a:lnTo>
                    <a:pt x="271263" y="53137"/>
                  </a:lnTo>
                  <a:lnTo>
                    <a:pt x="232116" y="75275"/>
                  </a:lnTo>
                  <a:lnTo>
                    <a:pt x="195285" y="100765"/>
                  </a:lnTo>
                  <a:lnTo>
                    <a:pt x="160979" y="129402"/>
                  </a:lnTo>
                  <a:lnTo>
                    <a:pt x="129403" y="160976"/>
                  </a:lnTo>
                  <a:lnTo>
                    <a:pt x="100767" y="195283"/>
                  </a:lnTo>
                  <a:lnTo>
                    <a:pt x="75276" y="232113"/>
                  </a:lnTo>
                  <a:lnTo>
                    <a:pt x="53138" y="271260"/>
                  </a:lnTo>
                  <a:lnTo>
                    <a:pt x="34561" y="312517"/>
                  </a:lnTo>
                  <a:lnTo>
                    <a:pt x="19751" y="355677"/>
                  </a:lnTo>
                  <a:lnTo>
                    <a:pt x="8916" y="400532"/>
                  </a:lnTo>
                  <a:lnTo>
                    <a:pt x="2263" y="446875"/>
                  </a:lnTo>
                  <a:lnTo>
                    <a:pt x="0" y="494498"/>
                  </a:lnTo>
                  <a:lnTo>
                    <a:pt x="0" y="2697364"/>
                  </a:lnTo>
                  <a:lnTo>
                    <a:pt x="2263" y="2744987"/>
                  </a:lnTo>
                  <a:lnTo>
                    <a:pt x="8916" y="2791330"/>
                  </a:lnTo>
                  <a:lnTo>
                    <a:pt x="19751" y="2836185"/>
                  </a:lnTo>
                  <a:lnTo>
                    <a:pt x="34561" y="2879344"/>
                  </a:lnTo>
                  <a:lnTo>
                    <a:pt x="53138" y="2920601"/>
                  </a:lnTo>
                  <a:lnTo>
                    <a:pt x="75276" y="2959748"/>
                  </a:lnTo>
                  <a:lnTo>
                    <a:pt x="100767" y="2996579"/>
                  </a:lnTo>
                  <a:lnTo>
                    <a:pt x="129403" y="3030885"/>
                  </a:lnTo>
                  <a:lnTo>
                    <a:pt x="160979" y="3062460"/>
                  </a:lnTo>
                  <a:lnTo>
                    <a:pt x="195285" y="3091096"/>
                  </a:lnTo>
                  <a:lnTo>
                    <a:pt x="232116" y="3116587"/>
                  </a:lnTo>
                  <a:lnTo>
                    <a:pt x="271263" y="3138724"/>
                  </a:lnTo>
                  <a:lnTo>
                    <a:pt x="312520" y="3157301"/>
                  </a:lnTo>
                  <a:lnTo>
                    <a:pt x="355679" y="3172111"/>
                  </a:lnTo>
                  <a:lnTo>
                    <a:pt x="400534" y="3182946"/>
                  </a:lnTo>
                  <a:lnTo>
                    <a:pt x="446876" y="3189599"/>
                  </a:lnTo>
                  <a:lnTo>
                    <a:pt x="494499" y="3191863"/>
                  </a:lnTo>
                  <a:lnTo>
                    <a:pt x="2472436" y="3191863"/>
                  </a:lnTo>
                  <a:lnTo>
                    <a:pt x="2520058" y="3189599"/>
                  </a:lnTo>
                  <a:lnTo>
                    <a:pt x="2566400" y="3182946"/>
                  </a:lnTo>
                  <a:lnTo>
                    <a:pt x="2611254" y="3172111"/>
                  </a:lnTo>
                  <a:lnTo>
                    <a:pt x="2654413" y="3157301"/>
                  </a:lnTo>
                  <a:lnTo>
                    <a:pt x="2695669" y="3138724"/>
                  </a:lnTo>
                  <a:lnTo>
                    <a:pt x="2734816" y="3116587"/>
                  </a:lnTo>
                  <a:lnTo>
                    <a:pt x="2771645" y="3091096"/>
                  </a:lnTo>
                  <a:lnTo>
                    <a:pt x="2805951" y="3062460"/>
                  </a:lnTo>
                  <a:lnTo>
                    <a:pt x="2837525" y="3030885"/>
                  </a:lnTo>
                  <a:lnTo>
                    <a:pt x="2866160" y="2996579"/>
                  </a:lnTo>
                  <a:lnTo>
                    <a:pt x="2891650" y="2959748"/>
                  </a:lnTo>
                  <a:lnTo>
                    <a:pt x="2913786" y="2920601"/>
                  </a:lnTo>
                  <a:lnTo>
                    <a:pt x="2932363" y="2879344"/>
                  </a:lnTo>
                  <a:lnTo>
                    <a:pt x="2947172" y="2836185"/>
                  </a:lnTo>
                  <a:lnTo>
                    <a:pt x="2958006" y="2791330"/>
                  </a:lnTo>
                  <a:lnTo>
                    <a:pt x="2964659" y="2744987"/>
                  </a:lnTo>
                  <a:lnTo>
                    <a:pt x="2966923" y="2697364"/>
                  </a:lnTo>
                  <a:lnTo>
                    <a:pt x="2966923" y="494498"/>
                  </a:lnTo>
                  <a:lnTo>
                    <a:pt x="2964659" y="446875"/>
                  </a:lnTo>
                  <a:lnTo>
                    <a:pt x="2958006" y="400532"/>
                  </a:lnTo>
                  <a:lnTo>
                    <a:pt x="2947172" y="355677"/>
                  </a:lnTo>
                  <a:lnTo>
                    <a:pt x="2932363" y="312517"/>
                  </a:lnTo>
                  <a:lnTo>
                    <a:pt x="2913786" y="271260"/>
                  </a:lnTo>
                  <a:lnTo>
                    <a:pt x="2891650" y="232113"/>
                  </a:lnTo>
                  <a:lnTo>
                    <a:pt x="2866160" y="195283"/>
                  </a:lnTo>
                  <a:lnTo>
                    <a:pt x="2837525" y="160976"/>
                  </a:lnTo>
                  <a:lnTo>
                    <a:pt x="2805951" y="129402"/>
                  </a:lnTo>
                  <a:lnTo>
                    <a:pt x="2771645" y="100765"/>
                  </a:lnTo>
                  <a:lnTo>
                    <a:pt x="2734816" y="75275"/>
                  </a:lnTo>
                  <a:lnTo>
                    <a:pt x="2695669" y="53137"/>
                  </a:lnTo>
                  <a:lnTo>
                    <a:pt x="2654413" y="34560"/>
                  </a:lnTo>
                  <a:lnTo>
                    <a:pt x="2611254" y="19751"/>
                  </a:lnTo>
                  <a:lnTo>
                    <a:pt x="2566400" y="8916"/>
                  </a:lnTo>
                  <a:lnTo>
                    <a:pt x="2520058" y="2263"/>
                  </a:lnTo>
                  <a:lnTo>
                    <a:pt x="2472436" y="0"/>
                  </a:lnTo>
                  <a:close/>
                </a:path>
              </a:pathLst>
            </a:custGeom>
            <a:solidFill>
              <a:srgbClr val="675B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4259648" y="4279845"/>
              <a:ext cx="2967355" cy="3192145"/>
            </a:xfrm>
            <a:custGeom>
              <a:avLst/>
              <a:gdLst/>
              <a:ahLst/>
              <a:cxnLst/>
              <a:rect l="l" t="t" r="r" b="b"/>
              <a:pathLst>
                <a:path w="2967355" h="3192145">
                  <a:moveTo>
                    <a:pt x="0" y="494497"/>
                  </a:moveTo>
                  <a:lnTo>
                    <a:pt x="2263" y="446874"/>
                  </a:lnTo>
                  <a:lnTo>
                    <a:pt x="8916" y="400531"/>
                  </a:lnTo>
                  <a:lnTo>
                    <a:pt x="19751" y="355677"/>
                  </a:lnTo>
                  <a:lnTo>
                    <a:pt x="34560" y="312517"/>
                  </a:lnTo>
                  <a:lnTo>
                    <a:pt x="53138" y="271260"/>
                  </a:lnTo>
                  <a:lnTo>
                    <a:pt x="75275" y="232113"/>
                  </a:lnTo>
                  <a:lnTo>
                    <a:pt x="100765" y="195283"/>
                  </a:lnTo>
                  <a:lnTo>
                    <a:pt x="129402" y="160976"/>
                  </a:lnTo>
                  <a:lnTo>
                    <a:pt x="160976" y="129402"/>
                  </a:lnTo>
                  <a:lnTo>
                    <a:pt x="195283" y="100765"/>
                  </a:lnTo>
                  <a:lnTo>
                    <a:pt x="232113" y="75275"/>
                  </a:lnTo>
                  <a:lnTo>
                    <a:pt x="271260" y="53138"/>
                  </a:lnTo>
                  <a:lnTo>
                    <a:pt x="312517" y="34560"/>
                  </a:lnTo>
                  <a:lnTo>
                    <a:pt x="355677" y="19751"/>
                  </a:lnTo>
                  <a:lnTo>
                    <a:pt x="400531" y="8916"/>
                  </a:lnTo>
                  <a:lnTo>
                    <a:pt x="446874" y="2263"/>
                  </a:lnTo>
                  <a:lnTo>
                    <a:pt x="494497" y="0"/>
                  </a:lnTo>
                  <a:lnTo>
                    <a:pt x="2472426" y="0"/>
                  </a:lnTo>
                  <a:lnTo>
                    <a:pt x="2520049" y="2263"/>
                  </a:lnTo>
                  <a:lnTo>
                    <a:pt x="2566392" y="8916"/>
                  </a:lnTo>
                  <a:lnTo>
                    <a:pt x="2611246" y="19751"/>
                  </a:lnTo>
                  <a:lnTo>
                    <a:pt x="2654406" y="34560"/>
                  </a:lnTo>
                  <a:lnTo>
                    <a:pt x="2695663" y="53138"/>
                  </a:lnTo>
                  <a:lnTo>
                    <a:pt x="2734810" y="75275"/>
                  </a:lnTo>
                  <a:lnTo>
                    <a:pt x="2771641" y="100765"/>
                  </a:lnTo>
                  <a:lnTo>
                    <a:pt x="2805947" y="129402"/>
                  </a:lnTo>
                  <a:lnTo>
                    <a:pt x="2837522" y="160976"/>
                  </a:lnTo>
                  <a:lnTo>
                    <a:pt x="2866158" y="195283"/>
                  </a:lnTo>
                  <a:lnTo>
                    <a:pt x="2891648" y="232113"/>
                  </a:lnTo>
                  <a:lnTo>
                    <a:pt x="2913786" y="271260"/>
                  </a:lnTo>
                  <a:lnTo>
                    <a:pt x="2932363" y="312517"/>
                  </a:lnTo>
                  <a:lnTo>
                    <a:pt x="2947172" y="355677"/>
                  </a:lnTo>
                  <a:lnTo>
                    <a:pt x="2958007" y="400531"/>
                  </a:lnTo>
                  <a:lnTo>
                    <a:pt x="2964660" y="446874"/>
                  </a:lnTo>
                  <a:lnTo>
                    <a:pt x="2966924" y="494497"/>
                  </a:lnTo>
                  <a:lnTo>
                    <a:pt x="2966924" y="2697364"/>
                  </a:lnTo>
                  <a:lnTo>
                    <a:pt x="2964660" y="2744987"/>
                  </a:lnTo>
                  <a:lnTo>
                    <a:pt x="2958007" y="2791330"/>
                  </a:lnTo>
                  <a:lnTo>
                    <a:pt x="2947172" y="2836184"/>
                  </a:lnTo>
                  <a:lnTo>
                    <a:pt x="2932363" y="2879344"/>
                  </a:lnTo>
                  <a:lnTo>
                    <a:pt x="2913786" y="2920601"/>
                  </a:lnTo>
                  <a:lnTo>
                    <a:pt x="2891648" y="2959748"/>
                  </a:lnTo>
                  <a:lnTo>
                    <a:pt x="2866158" y="2996579"/>
                  </a:lnTo>
                  <a:lnTo>
                    <a:pt x="2837522" y="3030885"/>
                  </a:lnTo>
                  <a:lnTo>
                    <a:pt x="2805947" y="3062460"/>
                  </a:lnTo>
                  <a:lnTo>
                    <a:pt x="2771641" y="3091096"/>
                  </a:lnTo>
                  <a:lnTo>
                    <a:pt x="2734810" y="3116586"/>
                  </a:lnTo>
                  <a:lnTo>
                    <a:pt x="2695663" y="3138724"/>
                  </a:lnTo>
                  <a:lnTo>
                    <a:pt x="2654406" y="3157301"/>
                  </a:lnTo>
                  <a:lnTo>
                    <a:pt x="2611246" y="3172110"/>
                  </a:lnTo>
                  <a:lnTo>
                    <a:pt x="2566392" y="3182945"/>
                  </a:lnTo>
                  <a:lnTo>
                    <a:pt x="2520049" y="3189598"/>
                  </a:lnTo>
                  <a:lnTo>
                    <a:pt x="2472426" y="3191862"/>
                  </a:lnTo>
                  <a:lnTo>
                    <a:pt x="494497" y="3191862"/>
                  </a:lnTo>
                  <a:lnTo>
                    <a:pt x="446874" y="3189598"/>
                  </a:lnTo>
                  <a:lnTo>
                    <a:pt x="400531" y="3182945"/>
                  </a:lnTo>
                  <a:lnTo>
                    <a:pt x="355677" y="3172110"/>
                  </a:lnTo>
                  <a:lnTo>
                    <a:pt x="312517" y="3157301"/>
                  </a:lnTo>
                  <a:lnTo>
                    <a:pt x="271260" y="3138724"/>
                  </a:lnTo>
                  <a:lnTo>
                    <a:pt x="232113" y="3116586"/>
                  </a:lnTo>
                  <a:lnTo>
                    <a:pt x="195283" y="3091096"/>
                  </a:lnTo>
                  <a:lnTo>
                    <a:pt x="160976" y="3062460"/>
                  </a:lnTo>
                  <a:lnTo>
                    <a:pt x="129402" y="3030885"/>
                  </a:lnTo>
                  <a:lnTo>
                    <a:pt x="100765" y="2996579"/>
                  </a:lnTo>
                  <a:lnTo>
                    <a:pt x="75275" y="2959748"/>
                  </a:lnTo>
                  <a:lnTo>
                    <a:pt x="53138" y="2920601"/>
                  </a:lnTo>
                  <a:lnTo>
                    <a:pt x="34560" y="2879344"/>
                  </a:lnTo>
                  <a:lnTo>
                    <a:pt x="19751" y="2836184"/>
                  </a:lnTo>
                  <a:lnTo>
                    <a:pt x="8916" y="2791330"/>
                  </a:lnTo>
                  <a:lnTo>
                    <a:pt x="2263" y="2744987"/>
                  </a:lnTo>
                  <a:lnTo>
                    <a:pt x="0" y="2697364"/>
                  </a:lnTo>
                  <a:lnTo>
                    <a:pt x="0" y="494497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4675992" y="5466079"/>
            <a:ext cx="2134235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500" b="1" spc="-25" dirty="0">
                <a:solidFill>
                  <a:srgbClr val="FFFFFF"/>
                </a:solidFill>
                <a:latin typeface="Arial"/>
                <a:cs typeface="Arial"/>
              </a:rPr>
              <a:t>Destroy</a:t>
            </a:r>
            <a:endParaRPr sz="450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1077943" y="2535370"/>
            <a:ext cx="2631440" cy="1688464"/>
            <a:chOff x="11077943" y="2535370"/>
            <a:chExt cx="2631440" cy="1688464"/>
          </a:xfrm>
        </p:grpSpPr>
        <p:sp>
          <p:nvSpPr>
            <p:cNvPr id="25" name="object 25"/>
            <p:cNvSpPr/>
            <p:nvPr/>
          </p:nvSpPr>
          <p:spPr>
            <a:xfrm>
              <a:off x="11087465" y="2544895"/>
              <a:ext cx="1603375" cy="1669414"/>
            </a:xfrm>
            <a:custGeom>
              <a:avLst/>
              <a:gdLst/>
              <a:ahLst/>
              <a:cxnLst/>
              <a:rect l="l" t="t" r="r" b="b"/>
              <a:pathLst>
                <a:path w="1603375" h="1669414">
                  <a:moveTo>
                    <a:pt x="1602931" y="1"/>
                  </a:moveTo>
                  <a:lnTo>
                    <a:pt x="1185666" y="0"/>
                  </a:lnTo>
                  <a:lnTo>
                    <a:pt x="1111597" y="4466"/>
                  </a:lnTo>
                  <a:lnTo>
                    <a:pt x="1038765" y="17682"/>
                  </a:lnTo>
                  <a:lnTo>
                    <a:pt x="967388" y="39369"/>
                  </a:lnTo>
                  <a:lnTo>
                    <a:pt x="897683" y="69250"/>
                  </a:lnTo>
                  <a:lnTo>
                    <a:pt x="863524" y="87176"/>
                  </a:lnTo>
                  <a:lnTo>
                    <a:pt x="829865" y="107047"/>
                  </a:lnTo>
                  <a:lnTo>
                    <a:pt x="796732" y="128827"/>
                  </a:lnTo>
                  <a:lnTo>
                    <a:pt x="764152" y="152483"/>
                  </a:lnTo>
                  <a:lnTo>
                    <a:pt x="732153" y="177978"/>
                  </a:lnTo>
                  <a:lnTo>
                    <a:pt x="700760" y="205280"/>
                  </a:lnTo>
                  <a:lnTo>
                    <a:pt x="670002" y="234352"/>
                  </a:lnTo>
                  <a:lnTo>
                    <a:pt x="639906" y="265161"/>
                  </a:lnTo>
                  <a:lnTo>
                    <a:pt x="610498" y="297671"/>
                  </a:lnTo>
                  <a:lnTo>
                    <a:pt x="581806" y="331848"/>
                  </a:lnTo>
                  <a:lnTo>
                    <a:pt x="553857" y="367657"/>
                  </a:lnTo>
                  <a:lnTo>
                    <a:pt x="526677" y="405064"/>
                  </a:lnTo>
                  <a:lnTo>
                    <a:pt x="500294" y="444034"/>
                  </a:lnTo>
                  <a:lnTo>
                    <a:pt x="474735" y="484532"/>
                  </a:lnTo>
                  <a:lnTo>
                    <a:pt x="450027" y="526523"/>
                  </a:lnTo>
                  <a:lnTo>
                    <a:pt x="426198" y="569973"/>
                  </a:lnTo>
                  <a:lnTo>
                    <a:pt x="403273" y="614848"/>
                  </a:lnTo>
                  <a:lnTo>
                    <a:pt x="381281" y="661111"/>
                  </a:lnTo>
                  <a:lnTo>
                    <a:pt x="360248" y="708729"/>
                  </a:lnTo>
                  <a:lnTo>
                    <a:pt x="340201" y="757668"/>
                  </a:lnTo>
                  <a:lnTo>
                    <a:pt x="321167" y="807892"/>
                  </a:lnTo>
                  <a:lnTo>
                    <a:pt x="303175" y="859366"/>
                  </a:lnTo>
                  <a:lnTo>
                    <a:pt x="286250" y="912056"/>
                  </a:lnTo>
                  <a:lnTo>
                    <a:pt x="270419" y="965928"/>
                  </a:lnTo>
                  <a:lnTo>
                    <a:pt x="255710" y="1020946"/>
                  </a:lnTo>
                  <a:lnTo>
                    <a:pt x="242150" y="1077076"/>
                  </a:lnTo>
                  <a:lnTo>
                    <a:pt x="229766" y="1134284"/>
                  </a:lnTo>
                  <a:lnTo>
                    <a:pt x="218585" y="1192534"/>
                  </a:lnTo>
                  <a:lnTo>
                    <a:pt x="208634" y="1251792"/>
                  </a:lnTo>
                  <a:lnTo>
                    <a:pt x="0" y="1251793"/>
                  </a:lnTo>
                  <a:lnTo>
                    <a:pt x="385221" y="1669055"/>
                  </a:lnTo>
                  <a:lnTo>
                    <a:pt x="834527" y="1251793"/>
                  </a:lnTo>
                  <a:lnTo>
                    <a:pt x="625897" y="1251793"/>
                  </a:lnTo>
                  <a:lnTo>
                    <a:pt x="635849" y="1192535"/>
                  </a:lnTo>
                  <a:lnTo>
                    <a:pt x="647030" y="1134285"/>
                  </a:lnTo>
                  <a:lnTo>
                    <a:pt x="659414" y="1077078"/>
                  </a:lnTo>
                  <a:lnTo>
                    <a:pt x="672974" y="1020947"/>
                  </a:lnTo>
                  <a:lnTo>
                    <a:pt x="687683" y="965929"/>
                  </a:lnTo>
                  <a:lnTo>
                    <a:pt x="703513" y="912058"/>
                  </a:lnTo>
                  <a:lnTo>
                    <a:pt x="720438" y="859367"/>
                  </a:lnTo>
                  <a:lnTo>
                    <a:pt x="738431" y="807893"/>
                  </a:lnTo>
                  <a:lnTo>
                    <a:pt x="757464" y="757669"/>
                  </a:lnTo>
                  <a:lnTo>
                    <a:pt x="777511" y="708731"/>
                  </a:lnTo>
                  <a:lnTo>
                    <a:pt x="798544" y="661112"/>
                  </a:lnTo>
                  <a:lnTo>
                    <a:pt x="820537" y="614849"/>
                  </a:lnTo>
                  <a:lnTo>
                    <a:pt x="843461" y="569975"/>
                  </a:lnTo>
                  <a:lnTo>
                    <a:pt x="867291" y="526525"/>
                  </a:lnTo>
                  <a:lnTo>
                    <a:pt x="891999" y="484533"/>
                  </a:lnTo>
                  <a:lnTo>
                    <a:pt x="917558" y="444035"/>
                  </a:lnTo>
                  <a:lnTo>
                    <a:pt x="943941" y="405066"/>
                  </a:lnTo>
                  <a:lnTo>
                    <a:pt x="971120" y="367659"/>
                  </a:lnTo>
                  <a:lnTo>
                    <a:pt x="999070" y="331849"/>
                  </a:lnTo>
                  <a:lnTo>
                    <a:pt x="1027762" y="297672"/>
                  </a:lnTo>
                  <a:lnTo>
                    <a:pt x="1057170" y="265162"/>
                  </a:lnTo>
                  <a:lnTo>
                    <a:pt x="1087266" y="234353"/>
                  </a:lnTo>
                  <a:lnTo>
                    <a:pt x="1118024" y="205281"/>
                  </a:lnTo>
                  <a:lnTo>
                    <a:pt x="1149416" y="177980"/>
                  </a:lnTo>
                  <a:lnTo>
                    <a:pt x="1181416" y="152484"/>
                  </a:lnTo>
                  <a:lnTo>
                    <a:pt x="1213996" y="128828"/>
                  </a:lnTo>
                  <a:lnTo>
                    <a:pt x="1247129" y="107048"/>
                  </a:lnTo>
                  <a:lnTo>
                    <a:pt x="1280789" y="87177"/>
                  </a:lnTo>
                  <a:lnTo>
                    <a:pt x="1314947" y="69251"/>
                  </a:lnTo>
                  <a:lnTo>
                    <a:pt x="1349577" y="53304"/>
                  </a:lnTo>
                  <a:lnTo>
                    <a:pt x="1420146" y="27485"/>
                  </a:lnTo>
                  <a:lnTo>
                    <a:pt x="1492277" y="9999"/>
                  </a:lnTo>
                  <a:lnTo>
                    <a:pt x="1565755" y="1123"/>
                  </a:lnTo>
                  <a:lnTo>
                    <a:pt x="1602931" y="1"/>
                  </a:lnTo>
                  <a:close/>
                </a:path>
              </a:pathLst>
            </a:custGeom>
            <a:solidFill>
              <a:srgbClr val="9BC8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2481765" y="2544895"/>
              <a:ext cx="1217930" cy="1669414"/>
            </a:xfrm>
            <a:custGeom>
              <a:avLst/>
              <a:gdLst/>
              <a:ahLst/>
              <a:cxnLst/>
              <a:rect l="l" t="t" r="r" b="b"/>
              <a:pathLst>
                <a:path w="1217930" h="1669414">
                  <a:moveTo>
                    <a:pt x="208631" y="0"/>
                  </a:moveTo>
                  <a:lnTo>
                    <a:pt x="156101" y="2263"/>
                  </a:lnTo>
                  <a:lnTo>
                    <a:pt x="103748" y="9040"/>
                  </a:lnTo>
                  <a:lnTo>
                    <a:pt x="51678" y="20313"/>
                  </a:lnTo>
                  <a:lnTo>
                    <a:pt x="0" y="36064"/>
                  </a:lnTo>
                  <a:lnTo>
                    <a:pt x="34741" y="49260"/>
                  </a:lnTo>
                  <a:lnTo>
                    <a:pt x="68966" y="64361"/>
                  </a:lnTo>
                  <a:lnTo>
                    <a:pt x="135791" y="100120"/>
                  </a:lnTo>
                  <a:lnTo>
                    <a:pt x="168354" y="120702"/>
                  </a:lnTo>
                  <a:lnTo>
                    <a:pt x="200324" y="143034"/>
                  </a:lnTo>
                  <a:lnTo>
                    <a:pt x="231683" y="167078"/>
                  </a:lnTo>
                  <a:lnTo>
                    <a:pt x="262413" y="192796"/>
                  </a:lnTo>
                  <a:lnTo>
                    <a:pt x="292494" y="220148"/>
                  </a:lnTo>
                  <a:lnTo>
                    <a:pt x="321908" y="249096"/>
                  </a:lnTo>
                  <a:lnTo>
                    <a:pt x="350635" y="279603"/>
                  </a:lnTo>
                  <a:lnTo>
                    <a:pt x="378658" y="311628"/>
                  </a:lnTo>
                  <a:lnTo>
                    <a:pt x="405956" y="345135"/>
                  </a:lnTo>
                  <a:lnTo>
                    <a:pt x="432511" y="380084"/>
                  </a:lnTo>
                  <a:lnTo>
                    <a:pt x="458305" y="416438"/>
                  </a:lnTo>
                  <a:lnTo>
                    <a:pt x="483318" y="454156"/>
                  </a:lnTo>
                  <a:lnTo>
                    <a:pt x="507532" y="493202"/>
                  </a:lnTo>
                  <a:lnTo>
                    <a:pt x="530927" y="533537"/>
                  </a:lnTo>
                  <a:lnTo>
                    <a:pt x="553486" y="575121"/>
                  </a:lnTo>
                  <a:lnTo>
                    <a:pt x="575188" y="617918"/>
                  </a:lnTo>
                  <a:lnTo>
                    <a:pt x="596016" y="661887"/>
                  </a:lnTo>
                  <a:lnTo>
                    <a:pt x="615950" y="706991"/>
                  </a:lnTo>
                  <a:lnTo>
                    <a:pt x="634971" y="753192"/>
                  </a:lnTo>
                  <a:lnTo>
                    <a:pt x="653061" y="800450"/>
                  </a:lnTo>
                  <a:lnTo>
                    <a:pt x="670200" y="848728"/>
                  </a:lnTo>
                  <a:lnTo>
                    <a:pt x="686371" y="897987"/>
                  </a:lnTo>
                  <a:lnTo>
                    <a:pt x="701553" y="948187"/>
                  </a:lnTo>
                  <a:lnTo>
                    <a:pt x="715729" y="999292"/>
                  </a:lnTo>
                  <a:lnTo>
                    <a:pt x="728879" y="1051263"/>
                  </a:lnTo>
                  <a:lnTo>
                    <a:pt x="740984" y="1104060"/>
                  </a:lnTo>
                  <a:lnTo>
                    <a:pt x="752026" y="1157646"/>
                  </a:lnTo>
                  <a:lnTo>
                    <a:pt x="761986" y="1211982"/>
                  </a:lnTo>
                  <a:lnTo>
                    <a:pt x="770845" y="1267029"/>
                  </a:lnTo>
                  <a:lnTo>
                    <a:pt x="778583" y="1322750"/>
                  </a:lnTo>
                  <a:lnTo>
                    <a:pt x="785183" y="1379105"/>
                  </a:lnTo>
                  <a:lnTo>
                    <a:pt x="790625" y="1436057"/>
                  </a:lnTo>
                  <a:lnTo>
                    <a:pt x="794891" y="1493566"/>
                  </a:lnTo>
                  <a:lnTo>
                    <a:pt x="797961" y="1551594"/>
                  </a:lnTo>
                  <a:lnTo>
                    <a:pt x="799817" y="1610104"/>
                  </a:lnTo>
                  <a:lnTo>
                    <a:pt x="800440" y="1669055"/>
                  </a:lnTo>
                  <a:lnTo>
                    <a:pt x="1217711" y="1669055"/>
                  </a:lnTo>
                  <a:lnTo>
                    <a:pt x="1217074" y="1609191"/>
                  </a:lnTo>
                  <a:lnTo>
                    <a:pt x="1215177" y="1549858"/>
                  </a:lnTo>
                  <a:lnTo>
                    <a:pt x="1212042" y="1491090"/>
                  </a:lnTo>
                  <a:lnTo>
                    <a:pt x="1207690" y="1432923"/>
                  </a:lnTo>
                  <a:lnTo>
                    <a:pt x="1202143" y="1375392"/>
                  </a:lnTo>
                  <a:lnTo>
                    <a:pt x="1195421" y="1318532"/>
                  </a:lnTo>
                  <a:lnTo>
                    <a:pt x="1187546" y="1262379"/>
                  </a:lnTo>
                  <a:lnTo>
                    <a:pt x="1178539" y="1206968"/>
                  </a:lnTo>
                  <a:lnTo>
                    <a:pt x="1168423" y="1152335"/>
                  </a:lnTo>
                  <a:lnTo>
                    <a:pt x="1157217" y="1098514"/>
                  </a:lnTo>
                  <a:lnTo>
                    <a:pt x="1144943" y="1045541"/>
                  </a:lnTo>
                  <a:lnTo>
                    <a:pt x="1131624" y="993451"/>
                  </a:lnTo>
                  <a:lnTo>
                    <a:pt x="1117279" y="942280"/>
                  </a:lnTo>
                  <a:lnTo>
                    <a:pt x="1101931" y="892062"/>
                  </a:lnTo>
                  <a:lnTo>
                    <a:pt x="1085601" y="842834"/>
                  </a:lnTo>
                  <a:lnTo>
                    <a:pt x="1068310" y="794631"/>
                  </a:lnTo>
                  <a:lnTo>
                    <a:pt x="1050079" y="747487"/>
                  </a:lnTo>
                  <a:lnTo>
                    <a:pt x="1030930" y="701438"/>
                  </a:lnTo>
                  <a:lnTo>
                    <a:pt x="1010884" y="656519"/>
                  </a:lnTo>
                  <a:lnTo>
                    <a:pt x="989963" y="612766"/>
                  </a:lnTo>
                  <a:lnTo>
                    <a:pt x="968188" y="570214"/>
                  </a:lnTo>
                  <a:lnTo>
                    <a:pt x="945579" y="528899"/>
                  </a:lnTo>
                  <a:lnTo>
                    <a:pt x="922160" y="488855"/>
                  </a:lnTo>
                  <a:lnTo>
                    <a:pt x="897950" y="450117"/>
                  </a:lnTo>
                  <a:lnTo>
                    <a:pt x="872971" y="412722"/>
                  </a:lnTo>
                  <a:lnTo>
                    <a:pt x="847245" y="376705"/>
                  </a:lnTo>
                  <a:lnTo>
                    <a:pt x="820793" y="342100"/>
                  </a:lnTo>
                  <a:lnTo>
                    <a:pt x="793636" y="308944"/>
                  </a:lnTo>
                  <a:lnTo>
                    <a:pt x="765796" y="277271"/>
                  </a:lnTo>
                  <a:lnTo>
                    <a:pt x="737293" y="247116"/>
                  </a:lnTo>
                  <a:lnTo>
                    <a:pt x="708150" y="218516"/>
                  </a:lnTo>
                  <a:lnTo>
                    <a:pt x="678388" y="191505"/>
                  </a:lnTo>
                  <a:lnTo>
                    <a:pt x="648027" y="166118"/>
                  </a:lnTo>
                  <a:lnTo>
                    <a:pt x="617090" y="142392"/>
                  </a:lnTo>
                  <a:lnTo>
                    <a:pt x="585598" y="120361"/>
                  </a:lnTo>
                  <a:lnTo>
                    <a:pt x="521032" y="81525"/>
                  </a:lnTo>
                  <a:lnTo>
                    <a:pt x="454501" y="49894"/>
                  </a:lnTo>
                  <a:lnTo>
                    <a:pt x="386175" y="25750"/>
                  </a:lnTo>
                  <a:lnTo>
                    <a:pt x="316226" y="9376"/>
                  </a:lnTo>
                  <a:lnTo>
                    <a:pt x="244824" y="1053"/>
                  </a:lnTo>
                  <a:lnTo>
                    <a:pt x="208631" y="0"/>
                  </a:lnTo>
                  <a:close/>
                </a:path>
              </a:pathLst>
            </a:custGeom>
            <a:solidFill>
              <a:srgbClr val="7DA1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1087468" y="2544895"/>
              <a:ext cx="2612390" cy="1669414"/>
            </a:xfrm>
            <a:custGeom>
              <a:avLst/>
              <a:gdLst/>
              <a:ahLst/>
              <a:cxnLst/>
              <a:rect l="l" t="t" r="r" b="b"/>
              <a:pathLst>
                <a:path w="2612390" h="1669414">
                  <a:moveTo>
                    <a:pt x="1394300" y="36063"/>
                  </a:moveTo>
                  <a:lnTo>
                    <a:pt x="1463267" y="64360"/>
                  </a:lnTo>
                  <a:lnTo>
                    <a:pt x="1530092" y="100120"/>
                  </a:lnTo>
                  <a:lnTo>
                    <a:pt x="1562655" y="120702"/>
                  </a:lnTo>
                  <a:lnTo>
                    <a:pt x="1594625" y="143034"/>
                  </a:lnTo>
                  <a:lnTo>
                    <a:pt x="1625985" y="167078"/>
                  </a:lnTo>
                  <a:lnTo>
                    <a:pt x="1656715" y="192795"/>
                  </a:lnTo>
                  <a:lnTo>
                    <a:pt x="1686796" y="220148"/>
                  </a:lnTo>
                  <a:lnTo>
                    <a:pt x="1716210" y="249096"/>
                  </a:lnTo>
                  <a:lnTo>
                    <a:pt x="1744938" y="279603"/>
                  </a:lnTo>
                  <a:lnTo>
                    <a:pt x="1772960" y="311628"/>
                  </a:lnTo>
                  <a:lnTo>
                    <a:pt x="1800258" y="345135"/>
                  </a:lnTo>
                  <a:lnTo>
                    <a:pt x="1826814" y="380084"/>
                  </a:lnTo>
                  <a:lnTo>
                    <a:pt x="1852608" y="416438"/>
                  </a:lnTo>
                  <a:lnTo>
                    <a:pt x="1877621" y="454156"/>
                  </a:lnTo>
                  <a:lnTo>
                    <a:pt x="1901835" y="493202"/>
                  </a:lnTo>
                  <a:lnTo>
                    <a:pt x="1925231" y="533537"/>
                  </a:lnTo>
                  <a:lnTo>
                    <a:pt x="1947789" y="575121"/>
                  </a:lnTo>
                  <a:lnTo>
                    <a:pt x="1969491" y="617918"/>
                  </a:lnTo>
                  <a:lnTo>
                    <a:pt x="1990319" y="661887"/>
                  </a:lnTo>
                  <a:lnTo>
                    <a:pt x="2010253" y="706991"/>
                  </a:lnTo>
                  <a:lnTo>
                    <a:pt x="2029274" y="753192"/>
                  </a:lnTo>
                  <a:lnTo>
                    <a:pt x="2047364" y="800450"/>
                  </a:lnTo>
                  <a:lnTo>
                    <a:pt x="2064504" y="848728"/>
                  </a:lnTo>
                  <a:lnTo>
                    <a:pt x="2080674" y="897986"/>
                  </a:lnTo>
                  <a:lnTo>
                    <a:pt x="2095857" y="948187"/>
                  </a:lnTo>
                  <a:lnTo>
                    <a:pt x="2110032" y="999292"/>
                  </a:lnTo>
                  <a:lnTo>
                    <a:pt x="2123182" y="1051262"/>
                  </a:lnTo>
                  <a:lnTo>
                    <a:pt x="2135288" y="1104060"/>
                  </a:lnTo>
                  <a:lnTo>
                    <a:pt x="2146330" y="1157645"/>
                  </a:lnTo>
                  <a:lnTo>
                    <a:pt x="2156290" y="1211981"/>
                  </a:lnTo>
                  <a:lnTo>
                    <a:pt x="2165148" y="1267029"/>
                  </a:lnTo>
                  <a:lnTo>
                    <a:pt x="2172887" y="1322749"/>
                  </a:lnTo>
                  <a:lnTo>
                    <a:pt x="2179487" y="1379105"/>
                  </a:lnTo>
                  <a:lnTo>
                    <a:pt x="2184929" y="1436056"/>
                  </a:lnTo>
                  <a:lnTo>
                    <a:pt x="2189195" y="1493565"/>
                  </a:lnTo>
                  <a:lnTo>
                    <a:pt x="2192265" y="1551594"/>
                  </a:lnTo>
                  <a:lnTo>
                    <a:pt x="2194121" y="1610103"/>
                  </a:lnTo>
                  <a:lnTo>
                    <a:pt x="2194744" y="1669055"/>
                  </a:lnTo>
                  <a:lnTo>
                    <a:pt x="2612008" y="1669055"/>
                  </a:lnTo>
                  <a:lnTo>
                    <a:pt x="2611371" y="1609191"/>
                  </a:lnTo>
                  <a:lnTo>
                    <a:pt x="2609474" y="1549857"/>
                  </a:lnTo>
                  <a:lnTo>
                    <a:pt x="2606339" y="1491089"/>
                  </a:lnTo>
                  <a:lnTo>
                    <a:pt x="2601987" y="1432922"/>
                  </a:lnTo>
                  <a:lnTo>
                    <a:pt x="2596439" y="1375391"/>
                  </a:lnTo>
                  <a:lnTo>
                    <a:pt x="2589717" y="1318532"/>
                  </a:lnTo>
                  <a:lnTo>
                    <a:pt x="2581842" y="1262379"/>
                  </a:lnTo>
                  <a:lnTo>
                    <a:pt x="2572836" y="1206968"/>
                  </a:lnTo>
                  <a:lnTo>
                    <a:pt x="2562719" y="1152334"/>
                  </a:lnTo>
                  <a:lnTo>
                    <a:pt x="2551513" y="1098513"/>
                  </a:lnTo>
                  <a:lnTo>
                    <a:pt x="2539240" y="1045540"/>
                  </a:lnTo>
                  <a:lnTo>
                    <a:pt x="2525920" y="993451"/>
                  </a:lnTo>
                  <a:lnTo>
                    <a:pt x="2511576" y="942280"/>
                  </a:lnTo>
                  <a:lnTo>
                    <a:pt x="2496227" y="892062"/>
                  </a:lnTo>
                  <a:lnTo>
                    <a:pt x="2479897" y="842834"/>
                  </a:lnTo>
                  <a:lnTo>
                    <a:pt x="2462606" y="794630"/>
                  </a:lnTo>
                  <a:lnTo>
                    <a:pt x="2444375" y="747486"/>
                  </a:lnTo>
                  <a:lnTo>
                    <a:pt x="2425226" y="701437"/>
                  </a:lnTo>
                  <a:lnTo>
                    <a:pt x="2405181" y="656519"/>
                  </a:lnTo>
                  <a:lnTo>
                    <a:pt x="2384259" y="612766"/>
                  </a:lnTo>
                  <a:lnTo>
                    <a:pt x="2362484" y="570214"/>
                  </a:lnTo>
                  <a:lnTo>
                    <a:pt x="2339876" y="528898"/>
                  </a:lnTo>
                  <a:lnTo>
                    <a:pt x="2316456" y="488854"/>
                  </a:lnTo>
                  <a:lnTo>
                    <a:pt x="2292246" y="450117"/>
                  </a:lnTo>
                  <a:lnTo>
                    <a:pt x="2267268" y="412722"/>
                  </a:lnTo>
                  <a:lnTo>
                    <a:pt x="2241542" y="376705"/>
                  </a:lnTo>
                  <a:lnTo>
                    <a:pt x="2215090" y="342100"/>
                  </a:lnTo>
                  <a:lnTo>
                    <a:pt x="2187933" y="308944"/>
                  </a:lnTo>
                  <a:lnTo>
                    <a:pt x="2160093" y="277271"/>
                  </a:lnTo>
                  <a:lnTo>
                    <a:pt x="2131590" y="247116"/>
                  </a:lnTo>
                  <a:lnTo>
                    <a:pt x="2102447" y="218516"/>
                  </a:lnTo>
                  <a:lnTo>
                    <a:pt x="2072685" y="191505"/>
                  </a:lnTo>
                  <a:lnTo>
                    <a:pt x="2042325" y="166118"/>
                  </a:lnTo>
                  <a:lnTo>
                    <a:pt x="2011388" y="142392"/>
                  </a:lnTo>
                  <a:lnTo>
                    <a:pt x="1979895" y="120361"/>
                  </a:lnTo>
                  <a:lnTo>
                    <a:pt x="1915330" y="81525"/>
                  </a:lnTo>
                  <a:lnTo>
                    <a:pt x="1848799" y="49894"/>
                  </a:lnTo>
                  <a:lnTo>
                    <a:pt x="1780474" y="25750"/>
                  </a:lnTo>
                  <a:lnTo>
                    <a:pt x="1710525" y="9376"/>
                  </a:lnTo>
                  <a:lnTo>
                    <a:pt x="1639124" y="1053"/>
                  </a:lnTo>
                  <a:lnTo>
                    <a:pt x="1602932" y="0"/>
                  </a:lnTo>
                  <a:lnTo>
                    <a:pt x="1185667" y="0"/>
                  </a:lnTo>
                  <a:lnTo>
                    <a:pt x="1111597" y="4466"/>
                  </a:lnTo>
                  <a:lnTo>
                    <a:pt x="1038765" y="17682"/>
                  </a:lnTo>
                  <a:lnTo>
                    <a:pt x="967388" y="39369"/>
                  </a:lnTo>
                  <a:lnTo>
                    <a:pt x="897682" y="69250"/>
                  </a:lnTo>
                  <a:lnTo>
                    <a:pt x="863524" y="87176"/>
                  </a:lnTo>
                  <a:lnTo>
                    <a:pt x="829865" y="107047"/>
                  </a:lnTo>
                  <a:lnTo>
                    <a:pt x="796732" y="128827"/>
                  </a:lnTo>
                  <a:lnTo>
                    <a:pt x="764152" y="152483"/>
                  </a:lnTo>
                  <a:lnTo>
                    <a:pt x="732152" y="177978"/>
                  </a:lnTo>
                  <a:lnTo>
                    <a:pt x="700760" y="205280"/>
                  </a:lnTo>
                  <a:lnTo>
                    <a:pt x="670002" y="234352"/>
                  </a:lnTo>
                  <a:lnTo>
                    <a:pt x="639906" y="265161"/>
                  </a:lnTo>
                  <a:lnTo>
                    <a:pt x="610498" y="297671"/>
                  </a:lnTo>
                  <a:lnTo>
                    <a:pt x="581806" y="331848"/>
                  </a:lnTo>
                  <a:lnTo>
                    <a:pt x="553856" y="367657"/>
                  </a:lnTo>
                  <a:lnTo>
                    <a:pt x="526677" y="405064"/>
                  </a:lnTo>
                  <a:lnTo>
                    <a:pt x="500294" y="444034"/>
                  </a:lnTo>
                  <a:lnTo>
                    <a:pt x="474735" y="484532"/>
                  </a:lnTo>
                  <a:lnTo>
                    <a:pt x="450027" y="526523"/>
                  </a:lnTo>
                  <a:lnTo>
                    <a:pt x="426197" y="569973"/>
                  </a:lnTo>
                  <a:lnTo>
                    <a:pt x="403273" y="614847"/>
                  </a:lnTo>
                  <a:lnTo>
                    <a:pt x="381280" y="661111"/>
                  </a:lnTo>
                  <a:lnTo>
                    <a:pt x="360247" y="708729"/>
                  </a:lnTo>
                  <a:lnTo>
                    <a:pt x="340200" y="757668"/>
                  </a:lnTo>
                  <a:lnTo>
                    <a:pt x="321167" y="807891"/>
                  </a:lnTo>
                  <a:lnTo>
                    <a:pt x="303174" y="859366"/>
                  </a:lnTo>
                  <a:lnTo>
                    <a:pt x="286249" y="912056"/>
                  </a:lnTo>
                  <a:lnTo>
                    <a:pt x="270419" y="965928"/>
                  </a:lnTo>
                  <a:lnTo>
                    <a:pt x="255710" y="1020946"/>
                  </a:lnTo>
                  <a:lnTo>
                    <a:pt x="242150" y="1077076"/>
                  </a:lnTo>
                  <a:lnTo>
                    <a:pt x="229766" y="1134284"/>
                  </a:lnTo>
                  <a:lnTo>
                    <a:pt x="218585" y="1192534"/>
                  </a:lnTo>
                  <a:lnTo>
                    <a:pt x="208634" y="1251792"/>
                  </a:lnTo>
                  <a:lnTo>
                    <a:pt x="0" y="1251793"/>
                  </a:lnTo>
                  <a:lnTo>
                    <a:pt x="385221" y="1669055"/>
                  </a:lnTo>
                  <a:lnTo>
                    <a:pt x="834527" y="1251793"/>
                  </a:lnTo>
                  <a:lnTo>
                    <a:pt x="625897" y="1251793"/>
                  </a:lnTo>
                  <a:lnTo>
                    <a:pt x="635848" y="1192535"/>
                  </a:lnTo>
                  <a:lnTo>
                    <a:pt x="647029" y="1134285"/>
                  </a:lnTo>
                  <a:lnTo>
                    <a:pt x="659413" y="1077077"/>
                  </a:lnTo>
                  <a:lnTo>
                    <a:pt x="672973" y="1020947"/>
                  </a:lnTo>
                  <a:lnTo>
                    <a:pt x="687682" y="965929"/>
                  </a:lnTo>
                  <a:lnTo>
                    <a:pt x="703513" y="912057"/>
                  </a:lnTo>
                  <a:lnTo>
                    <a:pt x="720438" y="859367"/>
                  </a:lnTo>
                  <a:lnTo>
                    <a:pt x="738431" y="807892"/>
                  </a:lnTo>
                  <a:lnTo>
                    <a:pt x="757464" y="757669"/>
                  </a:lnTo>
                  <a:lnTo>
                    <a:pt x="777511" y="708730"/>
                  </a:lnTo>
                  <a:lnTo>
                    <a:pt x="798544" y="661112"/>
                  </a:lnTo>
                  <a:lnTo>
                    <a:pt x="820536" y="614848"/>
                  </a:lnTo>
                  <a:lnTo>
                    <a:pt x="843461" y="569974"/>
                  </a:lnTo>
                  <a:lnTo>
                    <a:pt x="867291" y="526524"/>
                  </a:lnTo>
                  <a:lnTo>
                    <a:pt x="891999" y="484533"/>
                  </a:lnTo>
                  <a:lnTo>
                    <a:pt x="917558" y="444035"/>
                  </a:lnTo>
                  <a:lnTo>
                    <a:pt x="943940" y="405065"/>
                  </a:lnTo>
                  <a:lnTo>
                    <a:pt x="971120" y="367658"/>
                  </a:lnTo>
                  <a:lnTo>
                    <a:pt x="999070" y="331849"/>
                  </a:lnTo>
                  <a:lnTo>
                    <a:pt x="1027762" y="297672"/>
                  </a:lnTo>
                  <a:lnTo>
                    <a:pt x="1057170" y="265162"/>
                  </a:lnTo>
                  <a:lnTo>
                    <a:pt x="1087266" y="234353"/>
                  </a:lnTo>
                  <a:lnTo>
                    <a:pt x="1118024" y="205281"/>
                  </a:lnTo>
                  <a:lnTo>
                    <a:pt x="1149416" y="177979"/>
                  </a:lnTo>
                  <a:lnTo>
                    <a:pt x="1181416" y="152484"/>
                  </a:lnTo>
                  <a:lnTo>
                    <a:pt x="1213996" y="128828"/>
                  </a:lnTo>
                  <a:lnTo>
                    <a:pt x="1247129" y="107048"/>
                  </a:lnTo>
                  <a:lnTo>
                    <a:pt x="1280788" y="87177"/>
                  </a:lnTo>
                  <a:lnTo>
                    <a:pt x="1314946" y="69251"/>
                  </a:lnTo>
                  <a:lnTo>
                    <a:pt x="1349577" y="53304"/>
                  </a:lnTo>
                  <a:lnTo>
                    <a:pt x="1420145" y="27485"/>
                  </a:lnTo>
                  <a:lnTo>
                    <a:pt x="1492276" y="9999"/>
                  </a:lnTo>
                  <a:lnTo>
                    <a:pt x="1565754" y="1123"/>
                  </a:lnTo>
                  <a:lnTo>
                    <a:pt x="1602931" y="1"/>
                  </a:lnTo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9" name="Picture 28">
            <a:extLst>
              <a:ext uri="{FF2B5EF4-FFF2-40B4-BE49-F238E27FC236}">
                <a16:creationId xmlns:a16="http://schemas.microsoft.com/office/drawing/2014/main" id="{3275B102-B40C-B82A-87C0-622FD7D6ED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809"/>
            <a:ext cx="1143000" cy="5715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262A4D77-56E7-03A2-ED4E-1A08B80951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98983" y="0"/>
            <a:ext cx="1152146" cy="55525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6999"/>
                </a:lnTo>
                <a:lnTo>
                  <a:pt x="18288000" y="10286999"/>
                </a:lnTo>
                <a:lnTo>
                  <a:pt x="18288000" y="0"/>
                </a:lnTo>
                <a:close/>
              </a:path>
            </a:pathLst>
          </a:custGeom>
          <a:solidFill>
            <a:srgbClr val="2A9F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3504914" y="3081020"/>
            <a:ext cx="11278235" cy="405511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065" marR="5080" algn="ctr">
              <a:lnSpc>
                <a:spcPct val="100200"/>
              </a:lnSpc>
              <a:spcBef>
                <a:spcPts val="85"/>
              </a:spcBef>
            </a:pPr>
            <a:r>
              <a:rPr sz="6600" spc="-365" dirty="0">
                <a:solidFill>
                  <a:srgbClr val="FFFFFF"/>
                </a:solidFill>
                <a:latin typeface="Microsoft Sans Serif"/>
                <a:cs typeface="Microsoft Sans Serif"/>
              </a:rPr>
              <a:t>A</a:t>
            </a:r>
            <a:r>
              <a:rPr sz="6600" spc="-15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6600" spc="55" dirty="0">
                <a:solidFill>
                  <a:srgbClr val="FFFF00"/>
                </a:solidFill>
                <a:latin typeface="Microsoft Sans Serif"/>
                <a:cs typeface="Microsoft Sans Serif"/>
              </a:rPr>
              <a:t>lifecycle</a:t>
            </a:r>
            <a:r>
              <a:rPr sz="6600" spc="-145" dirty="0">
                <a:solidFill>
                  <a:srgbClr val="FFFF00"/>
                </a:solidFill>
                <a:latin typeface="Microsoft Sans Serif"/>
                <a:cs typeface="Microsoft Sans Serif"/>
              </a:rPr>
              <a:t> </a:t>
            </a:r>
            <a:r>
              <a:rPr sz="6600" spc="-10" dirty="0">
                <a:solidFill>
                  <a:srgbClr val="FFFF00"/>
                </a:solidFill>
                <a:latin typeface="Microsoft Sans Serif"/>
                <a:cs typeface="Microsoft Sans Serif"/>
              </a:rPr>
              <a:t>hook</a:t>
            </a:r>
            <a:r>
              <a:rPr sz="6600" spc="-155" dirty="0">
                <a:solidFill>
                  <a:srgbClr val="FFFF00"/>
                </a:solidFill>
                <a:latin typeface="Microsoft Sans Serif"/>
                <a:cs typeface="Microsoft Sans Serif"/>
              </a:rPr>
              <a:t> </a:t>
            </a:r>
            <a:r>
              <a:rPr sz="6600" spc="-195" dirty="0">
                <a:solidFill>
                  <a:srgbClr val="FFFFFF"/>
                </a:solidFill>
                <a:latin typeface="Microsoft Sans Serif"/>
                <a:cs typeface="Microsoft Sans Serif"/>
              </a:rPr>
              <a:t>is</a:t>
            </a:r>
            <a:r>
              <a:rPr sz="6600" spc="-15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6600" spc="-35" dirty="0">
                <a:solidFill>
                  <a:srgbClr val="FFFFFF"/>
                </a:solidFill>
                <a:latin typeface="Microsoft Sans Serif"/>
                <a:cs typeface="Microsoft Sans Serif"/>
              </a:rPr>
              <a:t>an</a:t>
            </a:r>
            <a:r>
              <a:rPr sz="6600" spc="-145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6600" spc="110" dirty="0">
                <a:solidFill>
                  <a:srgbClr val="FFFF00"/>
                </a:solidFill>
                <a:latin typeface="Microsoft Sans Serif"/>
                <a:cs typeface="Microsoft Sans Serif"/>
              </a:rPr>
              <a:t>interface </a:t>
            </a:r>
            <a:r>
              <a:rPr sz="6600" spc="-1739" dirty="0">
                <a:solidFill>
                  <a:srgbClr val="FFFF00"/>
                </a:solidFill>
                <a:latin typeface="Microsoft Sans Serif"/>
                <a:cs typeface="Microsoft Sans Serif"/>
              </a:rPr>
              <a:t> </a:t>
            </a:r>
            <a:r>
              <a:rPr sz="6600" spc="-85" dirty="0">
                <a:solidFill>
                  <a:srgbClr val="FFFFFF"/>
                </a:solidFill>
                <a:latin typeface="Microsoft Sans Serif"/>
                <a:cs typeface="Microsoft Sans Serif"/>
              </a:rPr>
              <a:t>we </a:t>
            </a:r>
            <a:r>
              <a:rPr sz="6600" spc="80" dirty="0">
                <a:solidFill>
                  <a:srgbClr val="FFFFFF"/>
                </a:solidFill>
                <a:latin typeface="Microsoft Sans Serif"/>
                <a:cs typeface="Microsoft Sans Serif"/>
              </a:rPr>
              <a:t>implement </a:t>
            </a:r>
            <a:r>
              <a:rPr sz="6600" spc="254" dirty="0">
                <a:solidFill>
                  <a:srgbClr val="FFFFFF"/>
                </a:solidFill>
                <a:latin typeface="Microsoft Sans Serif"/>
                <a:cs typeface="Microsoft Sans Serif"/>
              </a:rPr>
              <a:t>to </a:t>
            </a:r>
            <a:r>
              <a:rPr sz="6600" spc="55" dirty="0">
                <a:solidFill>
                  <a:srgbClr val="FFFFFF"/>
                </a:solidFill>
                <a:latin typeface="Microsoft Sans Serif"/>
                <a:cs typeface="Microsoft Sans Serif"/>
              </a:rPr>
              <a:t>write </a:t>
            </a:r>
            <a:r>
              <a:rPr sz="6600" spc="155" dirty="0">
                <a:solidFill>
                  <a:srgbClr val="FFFFFF"/>
                </a:solidFill>
                <a:latin typeface="Microsoft Sans Serif"/>
                <a:cs typeface="Microsoft Sans Serif"/>
              </a:rPr>
              <a:t>code </a:t>
            </a:r>
            <a:r>
              <a:rPr sz="6600" spc="16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6600" spc="25" dirty="0">
                <a:solidFill>
                  <a:srgbClr val="FFFFFF"/>
                </a:solidFill>
                <a:latin typeface="Microsoft Sans Serif"/>
                <a:cs typeface="Microsoft Sans Serif"/>
              </a:rPr>
              <a:t>when </a:t>
            </a:r>
            <a:r>
              <a:rPr sz="6600" spc="-200" dirty="0">
                <a:solidFill>
                  <a:srgbClr val="FFFFFF"/>
                </a:solidFill>
                <a:latin typeface="Microsoft Sans Serif"/>
                <a:cs typeface="Microsoft Sans Serif"/>
              </a:rPr>
              <a:t>a </a:t>
            </a:r>
            <a:r>
              <a:rPr sz="6600" spc="160" dirty="0">
                <a:solidFill>
                  <a:srgbClr val="FFFFFF"/>
                </a:solidFill>
                <a:latin typeface="Microsoft Sans Serif"/>
                <a:cs typeface="Microsoft Sans Serif"/>
              </a:rPr>
              <a:t>component </a:t>
            </a:r>
            <a:r>
              <a:rPr sz="6600" spc="55" dirty="0">
                <a:solidFill>
                  <a:srgbClr val="FFFFFF"/>
                </a:solidFill>
                <a:latin typeface="Microsoft Sans Serif"/>
                <a:cs typeface="Microsoft Sans Serif"/>
              </a:rPr>
              <a:t>lifecycle </a:t>
            </a:r>
            <a:r>
              <a:rPr sz="6600" spc="6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6600" spc="135" dirty="0">
                <a:solidFill>
                  <a:srgbClr val="FFFFFF"/>
                </a:solidFill>
                <a:latin typeface="Microsoft Sans Serif"/>
                <a:cs typeface="Microsoft Sans Serif"/>
              </a:rPr>
              <a:t>event</a:t>
            </a:r>
            <a:r>
              <a:rPr sz="6600" spc="-16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66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occurs.</a:t>
            </a:r>
            <a:endParaRPr sz="6600">
              <a:latin typeface="Microsoft Sans Serif"/>
              <a:cs typeface="Microsoft Sans Serif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A66D55-F4B4-3B24-33CD-1D2873B3C5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809"/>
            <a:ext cx="1143000" cy="571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6890D90-2069-7A53-2655-4D72DED362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98983" y="0"/>
            <a:ext cx="1152146" cy="55525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77050" y="2355923"/>
            <a:ext cx="0" cy="6196965"/>
          </a:xfrm>
          <a:custGeom>
            <a:avLst/>
            <a:gdLst/>
            <a:ahLst/>
            <a:cxnLst/>
            <a:rect l="l" t="t" r="r" b="b"/>
            <a:pathLst>
              <a:path h="6196965">
                <a:moveTo>
                  <a:pt x="0" y="0"/>
                </a:moveTo>
                <a:lnTo>
                  <a:pt x="1" y="6196407"/>
                </a:lnTo>
              </a:path>
            </a:pathLst>
          </a:custGeom>
          <a:ln w="12700">
            <a:solidFill>
              <a:srgbClr val="9BC8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720511" y="3702811"/>
            <a:ext cx="9396095" cy="3454400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2700" marR="306705" indent="7620">
              <a:lnSpc>
                <a:spcPct val="101699"/>
              </a:lnSpc>
              <a:spcBef>
                <a:spcPts val="25"/>
              </a:spcBef>
            </a:pPr>
            <a:r>
              <a:rPr sz="3600" spc="-55" dirty="0">
                <a:solidFill>
                  <a:srgbClr val="9BC850"/>
                </a:solidFill>
                <a:latin typeface="Courier New"/>
                <a:cs typeface="Courier New"/>
              </a:rPr>
              <a:t>OnInit</a:t>
            </a:r>
            <a:r>
              <a:rPr sz="3600" b="1" spc="-55" dirty="0">
                <a:solidFill>
                  <a:srgbClr val="9BC850"/>
                </a:solidFill>
                <a:latin typeface="Arial"/>
                <a:cs typeface="Arial"/>
              </a:rPr>
              <a:t>:</a:t>
            </a:r>
            <a:r>
              <a:rPr sz="3600" b="1" spc="-60" dirty="0">
                <a:solidFill>
                  <a:srgbClr val="9BC850"/>
                </a:solidFill>
                <a:latin typeface="Arial"/>
                <a:cs typeface="Arial"/>
              </a:rPr>
              <a:t> </a:t>
            </a:r>
            <a:r>
              <a:rPr sz="3600" b="1" spc="-40" dirty="0">
                <a:solidFill>
                  <a:srgbClr val="9BC850"/>
                </a:solidFill>
                <a:latin typeface="Arial"/>
                <a:cs typeface="Arial"/>
              </a:rPr>
              <a:t>Perform</a:t>
            </a:r>
            <a:r>
              <a:rPr sz="3600" b="1" spc="-65" dirty="0">
                <a:solidFill>
                  <a:srgbClr val="9BC850"/>
                </a:solidFill>
                <a:latin typeface="Arial"/>
                <a:cs typeface="Arial"/>
              </a:rPr>
              <a:t> </a:t>
            </a:r>
            <a:r>
              <a:rPr sz="3600" b="1" spc="25" dirty="0">
                <a:solidFill>
                  <a:srgbClr val="9BC850"/>
                </a:solidFill>
                <a:latin typeface="Arial"/>
                <a:cs typeface="Arial"/>
              </a:rPr>
              <a:t>component</a:t>
            </a:r>
            <a:r>
              <a:rPr sz="3600" b="1" spc="-60" dirty="0">
                <a:solidFill>
                  <a:srgbClr val="9BC850"/>
                </a:solidFill>
                <a:latin typeface="Arial"/>
                <a:cs typeface="Arial"/>
              </a:rPr>
              <a:t> </a:t>
            </a:r>
            <a:r>
              <a:rPr sz="3600" b="1" spc="-25" dirty="0">
                <a:solidFill>
                  <a:srgbClr val="9BC850"/>
                </a:solidFill>
                <a:latin typeface="Arial"/>
                <a:cs typeface="Arial"/>
              </a:rPr>
              <a:t>initialization, </a:t>
            </a:r>
            <a:r>
              <a:rPr sz="3600" b="1" spc="-985" dirty="0">
                <a:solidFill>
                  <a:srgbClr val="9BC850"/>
                </a:solidFill>
                <a:latin typeface="Arial"/>
                <a:cs typeface="Arial"/>
              </a:rPr>
              <a:t> </a:t>
            </a:r>
            <a:r>
              <a:rPr sz="3600" b="1" spc="45" dirty="0">
                <a:solidFill>
                  <a:srgbClr val="9BC850"/>
                </a:solidFill>
                <a:latin typeface="Arial"/>
                <a:cs typeface="Arial"/>
              </a:rPr>
              <a:t>retrieve</a:t>
            </a:r>
            <a:r>
              <a:rPr sz="3600" b="1" spc="-65" dirty="0">
                <a:solidFill>
                  <a:srgbClr val="9BC850"/>
                </a:solidFill>
                <a:latin typeface="Arial"/>
                <a:cs typeface="Arial"/>
              </a:rPr>
              <a:t> </a:t>
            </a:r>
            <a:r>
              <a:rPr sz="3600" b="1" spc="30" dirty="0">
                <a:solidFill>
                  <a:srgbClr val="9BC850"/>
                </a:solidFill>
                <a:latin typeface="Arial"/>
                <a:cs typeface="Arial"/>
              </a:rPr>
              <a:t>data</a:t>
            </a:r>
            <a:endParaRPr sz="3600">
              <a:latin typeface="Arial"/>
              <a:cs typeface="Arial"/>
            </a:endParaRPr>
          </a:p>
          <a:p>
            <a:pPr marL="12700" marR="5080" indent="7620">
              <a:lnSpc>
                <a:spcPts val="4300"/>
              </a:lnSpc>
              <a:spcBef>
                <a:spcPts val="2850"/>
              </a:spcBef>
            </a:pPr>
            <a:r>
              <a:rPr sz="3600" spc="-40" dirty="0">
                <a:solidFill>
                  <a:srgbClr val="9BC850"/>
                </a:solidFill>
                <a:latin typeface="Courier New"/>
                <a:cs typeface="Courier New"/>
              </a:rPr>
              <a:t>OnChanges</a:t>
            </a:r>
            <a:r>
              <a:rPr sz="3600" b="1" spc="-40" dirty="0">
                <a:solidFill>
                  <a:srgbClr val="9BC850"/>
                </a:solidFill>
                <a:latin typeface="Arial"/>
                <a:cs typeface="Arial"/>
              </a:rPr>
              <a:t>:</a:t>
            </a:r>
            <a:r>
              <a:rPr sz="3600" b="1" spc="-65" dirty="0">
                <a:solidFill>
                  <a:srgbClr val="9BC850"/>
                </a:solidFill>
                <a:latin typeface="Arial"/>
                <a:cs typeface="Arial"/>
              </a:rPr>
              <a:t> </a:t>
            </a:r>
            <a:r>
              <a:rPr sz="3600" b="1" spc="-40" dirty="0">
                <a:solidFill>
                  <a:srgbClr val="9BC850"/>
                </a:solidFill>
                <a:latin typeface="Arial"/>
                <a:cs typeface="Arial"/>
              </a:rPr>
              <a:t>Perform</a:t>
            </a:r>
            <a:r>
              <a:rPr sz="3600" b="1" spc="-70" dirty="0">
                <a:solidFill>
                  <a:srgbClr val="9BC850"/>
                </a:solidFill>
                <a:latin typeface="Arial"/>
                <a:cs typeface="Arial"/>
              </a:rPr>
              <a:t> </a:t>
            </a:r>
            <a:r>
              <a:rPr sz="3600" b="1" spc="25" dirty="0">
                <a:solidFill>
                  <a:srgbClr val="9BC850"/>
                </a:solidFill>
                <a:latin typeface="Arial"/>
                <a:cs typeface="Arial"/>
              </a:rPr>
              <a:t>action</a:t>
            </a:r>
            <a:r>
              <a:rPr sz="3600" b="1" spc="-65" dirty="0">
                <a:solidFill>
                  <a:srgbClr val="9BC850"/>
                </a:solidFill>
                <a:latin typeface="Arial"/>
                <a:cs typeface="Arial"/>
              </a:rPr>
              <a:t> </a:t>
            </a:r>
            <a:r>
              <a:rPr sz="3600" b="1" spc="55" dirty="0">
                <a:solidFill>
                  <a:srgbClr val="9BC850"/>
                </a:solidFill>
                <a:latin typeface="Arial"/>
                <a:cs typeface="Arial"/>
              </a:rPr>
              <a:t>after</a:t>
            </a:r>
            <a:r>
              <a:rPr sz="3600" b="1" spc="-65" dirty="0">
                <a:solidFill>
                  <a:srgbClr val="9BC850"/>
                </a:solidFill>
                <a:latin typeface="Arial"/>
                <a:cs typeface="Arial"/>
              </a:rPr>
              <a:t> </a:t>
            </a:r>
            <a:r>
              <a:rPr sz="3600" b="1" spc="20" dirty="0">
                <a:solidFill>
                  <a:srgbClr val="9BC850"/>
                </a:solidFill>
                <a:latin typeface="Arial"/>
                <a:cs typeface="Arial"/>
              </a:rPr>
              <a:t>change</a:t>
            </a:r>
            <a:r>
              <a:rPr sz="3600" b="1" spc="-65" dirty="0">
                <a:solidFill>
                  <a:srgbClr val="9BC850"/>
                </a:solidFill>
                <a:latin typeface="Arial"/>
                <a:cs typeface="Arial"/>
              </a:rPr>
              <a:t> </a:t>
            </a:r>
            <a:r>
              <a:rPr sz="3600" b="1" spc="75" dirty="0">
                <a:solidFill>
                  <a:srgbClr val="9BC850"/>
                </a:solidFill>
                <a:latin typeface="Arial"/>
                <a:cs typeface="Arial"/>
              </a:rPr>
              <a:t>to </a:t>
            </a:r>
            <a:r>
              <a:rPr sz="3600" b="1" spc="-985" dirty="0">
                <a:solidFill>
                  <a:srgbClr val="9BC850"/>
                </a:solidFill>
                <a:latin typeface="Arial"/>
                <a:cs typeface="Arial"/>
              </a:rPr>
              <a:t> </a:t>
            </a:r>
            <a:r>
              <a:rPr sz="3600" b="1" spc="35" dirty="0">
                <a:solidFill>
                  <a:srgbClr val="9BC850"/>
                </a:solidFill>
                <a:latin typeface="Arial"/>
                <a:cs typeface="Arial"/>
              </a:rPr>
              <a:t>input</a:t>
            </a:r>
            <a:r>
              <a:rPr sz="3600" b="1" spc="-65" dirty="0">
                <a:solidFill>
                  <a:srgbClr val="9BC850"/>
                </a:solidFill>
                <a:latin typeface="Arial"/>
                <a:cs typeface="Arial"/>
              </a:rPr>
              <a:t> </a:t>
            </a:r>
            <a:r>
              <a:rPr sz="3600" b="1" spc="5" dirty="0">
                <a:solidFill>
                  <a:srgbClr val="9BC850"/>
                </a:solidFill>
                <a:latin typeface="Arial"/>
                <a:cs typeface="Arial"/>
              </a:rPr>
              <a:t>properties</a:t>
            </a:r>
            <a:endParaRPr sz="3600">
              <a:latin typeface="Arial"/>
              <a:cs typeface="Arial"/>
            </a:endParaRPr>
          </a:p>
          <a:p>
            <a:pPr marL="20320">
              <a:lnSpc>
                <a:spcPct val="100000"/>
              </a:lnSpc>
              <a:spcBef>
                <a:spcPts val="2520"/>
              </a:spcBef>
            </a:pPr>
            <a:r>
              <a:rPr sz="3600" spc="-40" dirty="0">
                <a:solidFill>
                  <a:srgbClr val="9BC850"/>
                </a:solidFill>
                <a:latin typeface="Courier New"/>
                <a:cs typeface="Courier New"/>
              </a:rPr>
              <a:t>OnDestroy</a:t>
            </a:r>
            <a:r>
              <a:rPr sz="3600" b="1" spc="-40" dirty="0">
                <a:solidFill>
                  <a:srgbClr val="9BC850"/>
                </a:solidFill>
                <a:latin typeface="Arial"/>
                <a:cs typeface="Arial"/>
              </a:rPr>
              <a:t>:</a:t>
            </a:r>
            <a:r>
              <a:rPr sz="3600" b="1" spc="-80" dirty="0">
                <a:solidFill>
                  <a:srgbClr val="9BC850"/>
                </a:solidFill>
                <a:latin typeface="Arial"/>
                <a:cs typeface="Arial"/>
              </a:rPr>
              <a:t> </a:t>
            </a:r>
            <a:r>
              <a:rPr sz="3600" b="1" spc="-40" dirty="0">
                <a:solidFill>
                  <a:srgbClr val="9BC850"/>
                </a:solidFill>
                <a:latin typeface="Arial"/>
                <a:cs typeface="Arial"/>
              </a:rPr>
              <a:t>Perform</a:t>
            </a:r>
            <a:r>
              <a:rPr sz="3600" b="1" spc="-85" dirty="0">
                <a:solidFill>
                  <a:srgbClr val="9BC850"/>
                </a:solidFill>
                <a:latin typeface="Arial"/>
                <a:cs typeface="Arial"/>
              </a:rPr>
              <a:t> </a:t>
            </a:r>
            <a:r>
              <a:rPr sz="3600" b="1" spc="15" dirty="0">
                <a:solidFill>
                  <a:srgbClr val="9BC850"/>
                </a:solidFill>
                <a:latin typeface="Arial"/>
                <a:cs typeface="Arial"/>
              </a:rPr>
              <a:t>cleanup</a:t>
            </a:r>
            <a:endParaRPr sz="36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11015" y="3735716"/>
            <a:ext cx="4208134" cy="420813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619105" y="800100"/>
            <a:ext cx="8963660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10" dirty="0"/>
              <a:t>Component</a:t>
            </a:r>
            <a:r>
              <a:rPr spc="-155" dirty="0"/>
              <a:t> </a:t>
            </a:r>
            <a:r>
              <a:rPr spc="45" dirty="0"/>
              <a:t>Lifecycle</a:t>
            </a:r>
            <a:r>
              <a:rPr spc="-140" dirty="0"/>
              <a:t> </a:t>
            </a:r>
            <a:r>
              <a:rPr spc="-110" dirty="0"/>
              <a:t>Hooks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5A8EADB-511A-3880-DA17-52791F1967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809"/>
            <a:ext cx="1143000" cy="5715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7797CA7-4908-48B4-57DA-0CC6576EDD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98983" y="0"/>
            <a:ext cx="1152146" cy="55525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556535" y="754380"/>
            <a:ext cx="7174230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5" dirty="0"/>
              <a:t>Using</a:t>
            </a:r>
            <a:r>
              <a:rPr spc="-145" dirty="0"/>
              <a:t> </a:t>
            </a:r>
            <a:r>
              <a:rPr spc="-170" dirty="0"/>
              <a:t>a</a:t>
            </a:r>
            <a:r>
              <a:rPr spc="-135" dirty="0"/>
              <a:t> </a:t>
            </a:r>
            <a:r>
              <a:rPr spc="45" dirty="0"/>
              <a:t>Lifecycle</a:t>
            </a:r>
            <a:r>
              <a:rPr spc="-140" dirty="0"/>
              <a:t> </a:t>
            </a:r>
            <a:r>
              <a:rPr spc="-60" dirty="0"/>
              <a:t>Hook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44611" y="1915017"/>
            <a:ext cx="12223750" cy="53657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0"/>
              </a:spcBef>
            </a:pPr>
            <a:r>
              <a:rPr sz="3200" dirty="0">
                <a:latin typeface="Courier New"/>
                <a:cs typeface="Courier New"/>
              </a:rPr>
              <a:t>import</a:t>
            </a:r>
            <a:r>
              <a:rPr sz="3200" spc="-15" dirty="0">
                <a:latin typeface="Courier New"/>
                <a:cs typeface="Courier New"/>
              </a:rPr>
              <a:t> </a:t>
            </a:r>
            <a:r>
              <a:rPr sz="3200" dirty="0">
                <a:latin typeface="Courier New"/>
                <a:cs typeface="Courier New"/>
              </a:rPr>
              <a:t>{</a:t>
            </a:r>
            <a:r>
              <a:rPr sz="3200" spc="-10" dirty="0">
                <a:latin typeface="Courier New"/>
                <a:cs typeface="Courier New"/>
              </a:rPr>
              <a:t> </a:t>
            </a:r>
            <a:r>
              <a:rPr sz="3200" dirty="0">
                <a:latin typeface="Courier New"/>
                <a:cs typeface="Courier New"/>
              </a:rPr>
              <a:t>Component,</a:t>
            </a:r>
            <a:r>
              <a:rPr sz="3200" spc="-5" dirty="0">
                <a:latin typeface="Courier New"/>
                <a:cs typeface="Courier New"/>
              </a:rPr>
              <a:t> </a:t>
            </a:r>
            <a:r>
              <a:rPr sz="3200" dirty="0">
                <a:latin typeface="Courier New"/>
                <a:cs typeface="Courier New"/>
              </a:rPr>
              <a:t>OnInit</a:t>
            </a:r>
            <a:r>
              <a:rPr sz="3200" spc="-10" dirty="0">
                <a:latin typeface="Courier New"/>
                <a:cs typeface="Courier New"/>
              </a:rPr>
              <a:t> </a:t>
            </a:r>
            <a:r>
              <a:rPr sz="3200" dirty="0">
                <a:latin typeface="Courier New"/>
                <a:cs typeface="Courier New"/>
              </a:rPr>
              <a:t>}</a:t>
            </a:r>
            <a:r>
              <a:rPr sz="3200" spc="-15" dirty="0">
                <a:latin typeface="Courier New"/>
                <a:cs typeface="Courier New"/>
              </a:rPr>
              <a:t> </a:t>
            </a:r>
            <a:r>
              <a:rPr sz="3200" dirty="0">
                <a:latin typeface="Courier New"/>
                <a:cs typeface="Courier New"/>
              </a:rPr>
              <a:t>from</a:t>
            </a:r>
            <a:r>
              <a:rPr sz="3200" spc="-10" dirty="0">
                <a:latin typeface="Courier New"/>
                <a:cs typeface="Courier New"/>
              </a:rPr>
              <a:t> </a:t>
            </a:r>
            <a:r>
              <a:rPr sz="3200" dirty="0">
                <a:solidFill>
                  <a:srgbClr val="A31515"/>
                </a:solidFill>
                <a:latin typeface="Courier New"/>
                <a:cs typeface="Courier New"/>
              </a:rPr>
              <a:t>'@angular/core'</a:t>
            </a:r>
            <a:r>
              <a:rPr sz="3200" dirty="0">
                <a:latin typeface="Courier New"/>
                <a:cs typeface="Courier New"/>
              </a:rPr>
              <a:t>;</a:t>
            </a:r>
            <a:endParaRPr sz="32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59840" marR="5080" indent="-488950">
              <a:lnSpc>
                <a:spcPts val="3820"/>
              </a:lnSpc>
              <a:spcBef>
                <a:spcPts val="240"/>
              </a:spcBef>
            </a:pPr>
            <a:r>
              <a:rPr dirty="0">
                <a:solidFill>
                  <a:srgbClr val="0000FF"/>
                </a:solidFill>
              </a:rPr>
              <a:t>export class </a:t>
            </a:r>
            <a:r>
              <a:rPr dirty="0"/>
              <a:t>ProductListComponent </a:t>
            </a:r>
            <a:r>
              <a:rPr dirty="0">
                <a:solidFill>
                  <a:srgbClr val="0000FF"/>
                </a:solidFill>
              </a:rPr>
              <a:t>implements </a:t>
            </a:r>
            <a:r>
              <a:rPr dirty="0"/>
              <a:t>OnInit { </a:t>
            </a:r>
            <a:r>
              <a:rPr spc="-1910" dirty="0"/>
              <a:t> </a:t>
            </a:r>
            <a:r>
              <a:rPr dirty="0"/>
              <a:t>pageTitle: </a:t>
            </a:r>
            <a:r>
              <a:rPr dirty="0">
                <a:solidFill>
                  <a:srgbClr val="0000FF"/>
                </a:solidFill>
              </a:rPr>
              <a:t>string </a:t>
            </a:r>
            <a:r>
              <a:rPr dirty="0"/>
              <a:t>= </a:t>
            </a:r>
            <a:r>
              <a:rPr dirty="0">
                <a:solidFill>
                  <a:srgbClr val="A31515"/>
                </a:solidFill>
              </a:rPr>
              <a:t>'Product List'</a:t>
            </a:r>
            <a:r>
              <a:rPr dirty="0"/>
              <a:t>;</a:t>
            </a:r>
          </a:p>
          <a:p>
            <a:pPr marL="1259840">
              <a:lnSpc>
                <a:spcPts val="3750"/>
              </a:lnSpc>
            </a:pPr>
            <a:r>
              <a:rPr dirty="0"/>
              <a:t>showImage:</a:t>
            </a:r>
            <a:r>
              <a:rPr spc="-30" dirty="0"/>
              <a:t> </a:t>
            </a:r>
            <a:r>
              <a:rPr dirty="0">
                <a:solidFill>
                  <a:srgbClr val="0000FF"/>
                </a:solidFill>
              </a:rPr>
              <a:t>boolean</a:t>
            </a:r>
            <a:r>
              <a:rPr spc="-25" dirty="0">
                <a:solidFill>
                  <a:srgbClr val="0000FF"/>
                </a:solidFill>
              </a:rPr>
              <a:t> </a:t>
            </a:r>
            <a:r>
              <a:rPr dirty="0"/>
              <a:t>=</a:t>
            </a:r>
            <a:r>
              <a:rPr spc="-25" dirty="0"/>
              <a:t> </a:t>
            </a:r>
            <a:r>
              <a:rPr dirty="0">
                <a:solidFill>
                  <a:srgbClr val="0000FF"/>
                </a:solidFill>
              </a:rPr>
              <a:t>false</a:t>
            </a:r>
            <a:r>
              <a:rPr dirty="0"/>
              <a:t>;</a:t>
            </a:r>
          </a:p>
          <a:p>
            <a:pPr marL="1259840" marR="5628640">
              <a:lnSpc>
                <a:spcPts val="3790"/>
              </a:lnSpc>
              <a:spcBef>
                <a:spcPts val="140"/>
              </a:spcBef>
            </a:pPr>
            <a:r>
              <a:rPr dirty="0"/>
              <a:t>listFilter: </a:t>
            </a:r>
            <a:r>
              <a:rPr dirty="0">
                <a:solidFill>
                  <a:srgbClr val="0000FF"/>
                </a:solidFill>
              </a:rPr>
              <a:t>string </a:t>
            </a:r>
            <a:r>
              <a:rPr dirty="0"/>
              <a:t>= </a:t>
            </a:r>
            <a:r>
              <a:rPr dirty="0">
                <a:solidFill>
                  <a:srgbClr val="A31515"/>
                </a:solidFill>
              </a:rPr>
              <a:t>'cart'</a:t>
            </a:r>
            <a:r>
              <a:rPr dirty="0"/>
              <a:t>; </a:t>
            </a:r>
            <a:r>
              <a:rPr spc="-1910" dirty="0"/>
              <a:t> </a:t>
            </a:r>
            <a:r>
              <a:rPr dirty="0"/>
              <a:t>products:</a:t>
            </a:r>
            <a:r>
              <a:rPr spc="-20" dirty="0"/>
              <a:t> </a:t>
            </a:r>
            <a:r>
              <a:rPr dirty="0">
                <a:solidFill>
                  <a:srgbClr val="404040"/>
                </a:solidFill>
              </a:rPr>
              <a:t>IProduct[]</a:t>
            </a:r>
            <a:r>
              <a:rPr spc="-20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=</a:t>
            </a:r>
            <a:r>
              <a:rPr spc="-20" dirty="0">
                <a:solidFill>
                  <a:srgbClr val="404040"/>
                </a:solidFill>
              </a:rPr>
              <a:t> </a:t>
            </a:r>
            <a:r>
              <a:rPr dirty="0">
                <a:solidFill>
                  <a:srgbClr val="404040"/>
                </a:solidFill>
              </a:rPr>
              <a:t>[…]</a:t>
            </a:r>
            <a:r>
              <a:rPr dirty="0"/>
              <a:t>;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533561" y="5929233"/>
            <a:ext cx="7579359" cy="151447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0"/>
              </a:spcBef>
            </a:pPr>
            <a:r>
              <a:rPr sz="3200" dirty="0">
                <a:latin typeface="Courier New"/>
                <a:cs typeface="Courier New"/>
              </a:rPr>
              <a:t>ngOnInit():</a:t>
            </a:r>
            <a:r>
              <a:rPr sz="3200" spc="-35" dirty="0">
                <a:latin typeface="Courier New"/>
                <a:cs typeface="Courier New"/>
              </a:rPr>
              <a:t> </a:t>
            </a:r>
            <a:r>
              <a:rPr sz="3200" dirty="0">
                <a:solidFill>
                  <a:srgbClr val="0000FF"/>
                </a:solidFill>
                <a:latin typeface="Courier New"/>
                <a:cs typeface="Courier New"/>
              </a:rPr>
              <a:t>void</a:t>
            </a:r>
            <a:r>
              <a:rPr sz="3200" spc="-3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3200" dirty="0">
                <a:latin typeface="Courier New"/>
                <a:cs typeface="Courier New"/>
              </a:rPr>
              <a:t>{</a:t>
            </a:r>
            <a:endParaRPr sz="3200">
              <a:latin typeface="Courier New"/>
              <a:cs typeface="Courier New"/>
            </a:endParaRPr>
          </a:p>
          <a:p>
            <a:pPr marL="1466850">
              <a:lnSpc>
                <a:spcPts val="3829"/>
              </a:lnSpc>
              <a:spcBef>
                <a:spcPts val="50"/>
              </a:spcBef>
            </a:pPr>
            <a:r>
              <a:rPr sz="3200" dirty="0">
                <a:latin typeface="Courier New"/>
                <a:cs typeface="Courier New"/>
              </a:rPr>
              <a:t>console.log('In</a:t>
            </a:r>
            <a:r>
              <a:rPr sz="3200" spc="-85" dirty="0">
                <a:latin typeface="Courier New"/>
                <a:cs typeface="Courier New"/>
              </a:rPr>
              <a:t> </a:t>
            </a:r>
            <a:r>
              <a:rPr sz="3200" dirty="0">
                <a:latin typeface="Courier New"/>
                <a:cs typeface="Courier New"/>
              </a:rPr>
              <a:t>OnInit');</a:t>
            </a:r>
            <a:endParaRPr sz="3200">
              <a:latin typeface="Courier New"/>
              <a:cs typeface="Courier New"/>
            </a:endParaRPr>
          </a:p>
          <a:p>
            <a:pPr>
              <a:lnSpc>
                <a:spcPts val="3829"/>
              </a:lnSpc>
            </a:pPr>
            <a:r>
              <a:rPr sz="3200" dirty="0">
                <a:latin typeface="Courier New"/>
                <a:cs typeface="Courier New"/>
              </a:rPr>
              <a:t>}</a:t>
            </a:r>
            <a:endParaRPr sz="32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031911" y="7395971"/>
            <a:ext cx="26987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Courier New"/>
                <a:cs typeface="Courier New"/>
              </a:rPr>
              <a:t>}</a:t>
            </a:r>
            <a:endParaRPr sz="3200">
              <a:latin typeface="Courier New"/>
              <a:cs typeface="Courier New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708998" y="3079098"/>
            <a:ext cx="376555" cy="722630"/>
            <a:chOff x="1708998" y="3079098"/>
            <a:chExt cx="376555" cy="722630"/>
          </a:xfrm>
        </p:grpSpPr>
        <p:sp>
          <p:nvSpPr>
            <p:cNvPr id="8" name="object 8"/>
            <p:cNvSpPr/>
            <p:nvPr/>
          </p:nvSpPr>
          <p:spPr>
            <a:xfrm>
              <a:off x="1721698" y="3091798"/>
              <a:ext cx="351155" cy="697230"/>
            </a:xfrm>
            <a:custGeom>
              <a:avLst/>
              <a:gdLst/>
              <a:ahLst/>
              <a:cxnLst/>
              <a:rect l="l" t="t" r="r" b="b"/>
              <a:pathLst>
                <a:path w="351155" h="697229">
                  <a:moveTo>
                    <a:pt x="350738" y="0"/>
                  </a:moveTo>
                  <a:lnTo>
                    <a:pt x="214490" y="0"/>
                  </a:lnTo>
                  <a:lnTo>
                    <a:pt x="186260" y="38354"/>
                  </a:lnTo>
                  <a:lnTo>
                    <a:pt x="150696" y="69542"/>
                  </a:lnTo>
                  <a:lnTo>
                    <a:pt x="107798" y="93562"/>
                  </a:lnTo>
                  <a:lnTo>
                    <a:pt x="57566" y="110415"/>
                  </a:lnTo>
                  <a:lnTo>
                    <a:pt x="0" y="120101"/>
                  </a:lnTo>
                  <a:lnTo>
                    <a:pt x="0" y="228202"/>
                  </a:lnTo>
                  <a:lnTo>
                    <a:pt x="37940" y="223899"/>
                  </a:lnTo>
                  <a:lnTo>
                    <a:pt x="74069" y="215602"/>
                  </a:lnTo>
                  <a:lnTo>
                    <a:pt x="108386" y="203311"/>
                  </a:lnTo>
                  <a:lnTo>
                    <a:pt x="140891" y="187026"/>
                  </a:lnTo>
                  <a:lnTo>
                    <a:pt x="140891" y="697011"/>
                  </a:lnTo>
                  <a:lnTo>
                    <a:pt x="350738" y="697011"/>
                  </a:lnTo>
                  <a:lnTo>
                    <a:pt x="350738" y="0"/>
                  </a:lnTo>
                  <a:close/>
                </a:path>
              </a:pathLst>
            </a:custGeom>
            <a:solidFill>
              <a:srgbClr val="A3DC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721698" y="3091798"/>
              <a:ext cx="351155" cy="697230"/>
            </a:xfrm>
            <a:custGeom>
              <a:avLst/>
              <a:gdLst/>
              <a:ahLst/>
              <a:cxnLst/>
              <a:rect l="l" t="t" r="r" b="b"/>
              <a:pathLst>
                <a:path w="351155" h="697229">
                  <a:moveTo>
                    <a:pt x="214490" y="0"/>
                  </a:moveTo>
                  <a:lnTo>
                    <a:pt x="350738" y="0"/>
                  </a:lnTo>
                  <a:lnTo>
                    <a:pt x="350738" y="697011"/>
                  </a:lnTo>
                  <a:lnTo>
                    <a:pt x="140890" y="697011"/>
                  </a:lnTo>
                  <a:lnTo>
                    <a:pt x="140890" y="187027"/>
                  </a:lnTo>
                  <a:lnTo>
                    <a:pt x="108385" y="203312"/>
                  </a:lnTo>
                  <a:lnTo>
                    <a:pt x="74069" y="215603"/>
                  </a:lnTo>
                  <a:lnTo>
                    <a:pt x="37940" y="223900"/>
                  </a:lnTo>
                  <a:lnTo>
                    <a:pt x="0" y="228203"/>
                  </a:lnTo>
                  <a:lnTo>
                    <a:pt x="0" y="120101"/>
                  </a:lnTo>
                  <a:lnTo>
                    <a:pt x="57566" y="110415"/>
                  </a:lnTo>
                  <a:lnTo>
                    <a:pt x="107798" y="93562"/>
                  </a:lnTo>
                  <a:lnTo>
                    <a:pt x="150696" y="69542"/>
                  </a:lnTo>
                  <a:lnTo>
                    <a:pt x="186260" y="38354"/>
                  </a:lnTo>
                  <a:lnTo>
                    <a:pt x="214490" y="0"/>
                  </a:lnTo>
                  <a:close/>
                </a:path>
              </a:pathLst>
            </a:custGeom>
            <a:ln w="25400">
              <a:solidFill>
                <a:srgbClr val="2A9F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1655321" y="6027242"/>
            <a:ext cx="564515" cy="746125"/>
            <a:chOff x="1655321" y="6027242"/>
            <a:chExt cx="564515" cy="746125"/>
          </a:xfrm>
        </p:grpSpPr>
        <p:sp>
          <p:nvSpPr>
            <p:cNvPr id="11" name="object 11"/>
            <p:cNvSpPr/>
            <p:nvPr/>
          </p:nvSpPr>
          <p:spPr>
            <a:xfrm>
              <a:off x="1668021" y="6039942"/>
              <a:ext cx="539115" cy="720725"/>
            </a:xfrm>
            <a:custGeom>
              <a:avLst/>
              <a:gdLst/>
              <a:ahLst/>
              <a:cxnLst/>
              <a:rect l="l" t="t" r="r" b="b"/>
              <a:pathLst>
                <a:path w="539114" h="720725">
                  <a:moveTo>
                    <a:pt x="251519" y="0"/>
                  </a:moveTo>
                  <a:lnTo>
                    <a:pt x="196871" y="3282"/>
                  </a:lnTo>
                  <a:lnTo>
                    <a:pt x="149510" y="13129"/>
                  </a:lnTo>
                  <a:lnTo>
                    <a:pt x="109435" y="29540"/>
                  </a:lnTo>
                  <a:lnTo>
                    <a:pt x="76646" y="52516"/>
                  </a:lnTo>
                  <a:lnTo>
                    <a:pt x="51144" y="82056"/>
                  </a:lnTo>
                  <a:lnTo>
                    <a:pt x="32928" y="118161"/>
                  </a:lnTo>
                  <a:lnTo>
                    <a:pt x="21998" y="160831"/>
                  </a:lnTo>
                  <a:lnTo>
                    <a:pt x="18355" y="210065"/>
                  </a:lnTo>
                  <a:lnTo>
                    <a:pt x="129480" y="230684"/>
                  </a:lnTo>
                  <a:lnTo>
                    <a:pt x="126875" y="211362"/>
                  </a:lnTo>
                  <a:lnTo>
                    <a:pt x="125015" y="194255"/>
                  </a:lnTo>
                  <a:lnTo>
                    <a:pt x="123898" y="179364"/>
                  </a:lnTo>
                  <a:lnTo>
                    <a:pt x="123526" y="166687"/>
                  </a:lnTo>
                  <a:lnTo>
                    <a:pt x="129324" y="129139"/>
                  </a:lnTo>
                  <a:lnTo>
                    <a:pt x="146718" y="102319"/>
                  </a:lnTo>
                  <a:lnTo>
                    <a:pt x="175709" y="86227"/>
                  </a:lnTo>
                  <a:lnTo>
                    <a:pt x="216296" y="80863"/>
                  </a:lnTo>
                  <a:lnTo>
                    <a:pt x="257751" y="87033"/>
                  </a:lnTo>
                  <a:lnTo>
                    <a:pt x="287362" y="105544"/>
                  </a:lnTo>
                  <a:lnTo>
                    <a:pt x="305128" y="136395"/>
                  </a:lnTo>
                  <a:lnTo>
                    <a:pt x="311050" y="179586"/>
                  </a:lnTo>
                  <a:lnTo>
                    <a:pt x="305137" y="221020"/>
                  </a:lnTo>
                  <a:lnTo>
                    <a:pt x="287397" y="253246"/>
                  </a:lnTo>
                  <a:lnTo>
                    <a:pt x="257829" y="276265"/>
                  </a:lnTo>
                  <a:lnTo>
                    <a:pt x="216435" y="290076"/>
                  </a:lnTo>
                  <a:lnTo>
                    <a:pt x="163214" y="294680"/>
                  </a:lnTo>
                  <a:lnTo>
                    <a:pt x="124519" y="294214"/>
                  </a:lnTo>
                  <a:lnTo>
                    <a:pt x="124519" y="393898"/>
                  </a:lnTo>
                  <a:lnTo>
                    <a:pt x="188182" y="392906"/>
                  </a:lnTo>
                  <a:lnTo>
                    <a:pt x="235093" y="397867"/>
                  </a:lnTo>
                  <a:lnTo>
                    <a:pt x="271580" y="412749"/>
                  </a:lnTo>
                  <a:lnTo>
                    <a:pt x="313279" y="472281"/>
                  </a:lnTo>
                  <a:lnTo>
                    <a:pt x="318491" y="516929"/>
                  </a:lnTo>
                  <a:lnTo>
                    <a:pt x="311763" y="570538"/>
                  </a:lnTo>
                  <a:lnTo>
                    <a:pt x="291578" y="608831"/>
                  </a:lnTo>
                  <a:lnTo>
                    <a:pt x="257937" y="631806"/>
                  </a:lnTo>
                  <a:lnTo>
                    <a:pt x="210839" y="639465"/>
                  </a:lnTo>
                  <a:lnTo>
                    <a:pt x="163382" y="633502"/>
                  </a:lnTo>
                  <a:lnTo>
                    <a:pt x="130150" y="615615"/>
                  </a:lnTo>
                  <a:lnTo>
                    <a:pt x="111145" y="585804"/>
                  </a:lnTo>
                  <a:lnTo>
                    <a:pt x="106365" y="544067"/>
                  </a:lnTo>
                  <a:lnTo>
                    <a:pt x="107774" y="526798"/>
                  </a:lnTo>
                  <a:lnTo>
                    <a:pt x="110442" y="507176"/>
                  </a:lnTo>
                  <a:lnTo>
                    <a:pt x="114370" y="485200"/>
                  </a:lnTo>
                  <a:lnTo>
                    <a:pt x="119557" y="460871"/>
                  </a:lnTo>
                  <a:lnTo>
                    <a:pt x="10130" y="466406"/>
                  </a:lnTo>
                  <a:lnTo>
                    <a:pt x="5698" y="489518"/>
                  </a:lnTo>
                  <a:lnTo>
                    <a:pt x="2532" y="510604"/>
                  </a:lnTo>
                  <a:lnTo>
                    <a:pt x="633" y="529663"/>
                  </a:lnTo>
                  <a:lnTo>
                    <a:pt x="0" y="546695"/>
                  </a:lnTo>
                  <a:lnTo>
                    <a:pt x="3968" y="587390"/>
                  </a:lnTo>
                  <a:lnTo>
                    <a:pt x="35718" y="652503"/>
                  </a:lnTo>
                  <a:lnTo>
                    <a:pt x="99218" y="695911"/>
                  </a:lnTo>
                  <a:lnTo>
                    <a:pt x="142874" y="709476"/>
                  </a:lnTo>
                  <a:lnTo>
                    <a:pt x="194468" y="717615"/>
                  </a:lnTo>
                  <a:lnTo>
                    <a:pt x="254000" y="720328"/>
                  </a:lnTo>
                  <a:lnTo>
                    <a:pt x="313763" y="717762"/>
                  </a:lnTo>
                  <a:lnTo>
                    <a:pt x="366496" y="710063"/>
                  </a:lnTo>
                  <a:lnTo>
                    <a:pt x="412198" y="697232"/>
                  </a:lnTo>
                  <a:lnTo>
                    <a:pt x="450869" y="679269"/>
                  </a:lnTo>
                  <a:lnTo>
                    <a:pt x="482509" y="656173"/>
                  </a:lnTo>
                  <a:lnTo>
                    <a:pt x="524695" y="594583"/>
                  </a:lnTo>
                  <a:lnTo>
                    <a:pt x="535242" y="556090"/>
                  </a:lnTo>
                  <a:lnTo>
                    <a:pt x="538758" y="512465"/>
                  </a:lnTo>
                  <a:lnTo>
                    <a:pt x="534182" y="468613"/>
                  </a:lnTo>
                  <a:lnTo>
                    <a:pt x="520457" y="430861"/>
                  </a:lnTo>
                  <a:lnTo>
                    <a:pt x="497581" y="399208"/>
                  </a:lnTo>
                  <a:lnTo>
                    <a:pt x="465556" y="373655"/>
                  </a:lnTo>
                  <a:lnTo>
                    <a:pt x="424380" y="354201"/>
                  </a:lnTo>
                  <a:lnTo>
                    <a:pt x="374054" y="340847"/>
                  </a:lnTo>
                  <a:lnTo>
                    <a:pt x="426382" y="324147"/>
                  </a:lnTo>
                  <a:lnTo>
                    <a:pt x="467081" y="300267"/>
                  </a:lnTo>
                  <a:lnTo>
                    <a:pt x="496152" y="269205"/>
                  </a:lnTo>
                  <a:lnTo>
                    <a:pt x="513595" y="230962"/>
                  </a:lnTo>
                  <a:lnTo>
                    <a:pt x="519409" y="185539"/>
                  </a:lnTo>
                  <a:lnTo>
                    <a:pt x="515223" y="142053"/>
                  </a:lnTo>
                  <a:lnTo>
                    <a:pt x="502666" y="104365"/>
                  </a:lnTo>
                  <a:lnTo>
                    <a:pt x="481737" y="72476"/>
                  </a:lnTo>
                  <a:lnTo>
                    <a:pt x="452437" y="46384"/>
                  </a:lnTo>
                  <a:lnTo>
                    <a:pt x="414765" y="26091"/>
                  </a:lnTo>
                  <a:lnTo>
                    <a:pt x="368721" y="11596"/>
                  </a:lnTo>
                  <a:lnTo>
                    <a:pt x="314306" y="2899"/>
                  </a:lnTo>
                  <a:lnTo>
                    <a:pt x="251519" y="0"/>
                  </a:lnTo>
                  <a:close/>
                </a:path>
              </a:pathLst>
            </a:custGeom>
            <a:solidFill>
              <a:srgbClr val="A3DC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668021" y="6039942"/>
              <a:ext cx="539115" cy="720725"/>
            </a:xfrm>
            <a:custGeom>
              <a:avLst/>
              <a:gdLst/>
              <a:ahLst/>
              <a:cxnLst/>
              <a:rect l="l" t="t" r="r" b="b"/>
              <a:pathLst>
                <a:path w="539114" h="720725">
                  <a:moveTo>
                    <a:pt x="251519" y="0"/>
                  </a:moveTo>
                  <a:lnTo>
                    <a:pt x="314306" y="2899"/>
                  </a:lnTo>
                  <a:lnTo>
                    <a:pt x="368721" y="11596"/>
                  </a:lnTo>
                  <a:lnTo>
                    <a:pt x="414765" y="26091"/>
                  </a:lnTo>
                  <a:lnTo>
                    <a:pt x="452437" y="46384"/>
                  </a:lnTo>
                  <a:lnTo>
                    <a:pt x="481738" y="72476"/>
                  </a:lnTo>
                  <a:lnTo>
                    <a:pt x="502667" y="104365"/>
                  </a:lnTo>
                  <a:lnTo>
                    <a:pt x="515224" y="142053"/>
                  </a:lnTo>
                  <a:lnTo>
                    <a:pt x="519410" y="185538"/>
                  </a:lnTo>
                  <a:lnTo>
                    <a:pt x="513595" y="230962"/>
                  </a:lnTo>
                  <a:lnTo>
                    <a:pt x="496153" y="269205"/>
                  </a:lnTo>
                  <a:lnTo>
                    <a:pt x="467082" y="300266"/>
                  </a:lnTo>
                  <a:lnTo>
                    <a:pt x="426382" y="324147"/>
                  </a:lnTo>
                  <a:lnTo>
                    <a:pt x="374054" y="340847"/>
                  </a:lnTo>
                  <a:lnTo>
                    <a:pt x="424380" y="354201"/>
                  </a:lnTo>
                  <a:lnTo>
                    <a:pt x="465556" y="373655"/>
                  </a:lnTo>
                  <a:lnTo>
                    <a:pt x="497581" y="399208"/>
                  </a:lnTo>
                  <a:lnTo>
                    <a:pt x="520457" y="430860"/>
                  </a:lnTo>
                  <a:lnTo>
                    <a:pt x="534182" y="468613"/>
                  </a:lnTo>
                  <a:lnTo>
                    <a:pt x="538757" y="512464"/>
                  </a:lnTo>
                  <a:lnTo>
                    <a:pt x="535242" y="556090"/>
                  </a:lnTo>
                  <a:lnTo>
                    <a:pt x="524695" y="594583"/>
                  </a:lnTo>
                  <a:lnTo>
                    <a:pt x="482509" y="656172"/>
                  </a:lnTo>
                  <a:lnTo>
                    <a:pt x="450869" y="679268"/>
                  </a:lnTo>
                  <a:lnTo>
                    <a:pt x="412198" y="697232"/>
                  </a:lnTo>
                  <a:lnTo>
                    <a:pt x="366496" y="710063"/>
                  </a:lnTo>
                  <a:lnTo>
                    <a:pt x="313763" y="717761"/>
                  </a:lnTo>
                  <a:lnTo>
                    <a:pt x="254000" y="720328"/>
                  </a:lnTo>
                  <a:lnTo>
                    <a:pt x="194468" y="717615"/>
                  </a:lnTo>
                  <a:lnTo>
                    <a:pt x="142875" y="709476"/>
                  </a:lnTo>
                  <a:lnTo>
                    <a:pt x="99218" y="695910"/>
                  </a:lnTo>
                  <a:lnTo>
                    <a:pt x="63500" y="676919"/>
                  </a:lnTo>
                  <a:lnTo>
                    <a:pt x="15875" y="622659"/>
                  </a:lnTo>
                  <a:lnTo>
                    <a:pt x="0" y="546695"/>
                  </a:lnTo>
                  <a:lnTo>
                    <a:pt x="633" y="529663"/>
                  </a:lnTo>
                  <a:lnTo>
                    <a:pt x="5698" y="489518"/>
                  </a:lnTo>
                  <a:lnTo>
                    <a:pt x="119558" y="460871"/>
                  </a:lnTo>
                  <a:lnTo>
                    <a:pt x="114370" y="485200"/>
                  </a:lnTo>
                  <a:lnTo>
                    <a:pt x="110442" y="507176"/>
                  </a:lnTo>
                  <a:lnTo>
                    <a:pt x="107774" y="526798"/>
                  </a:lnTo>
                  <a:lnTo>
                    <a:pt x="106365" y="544067"/>
                  </a:lnTo>
                  <a:lnTo>
                    <a:pt x="111145" y="585803"/>
                  </a:lnTo>
                  <a:lnTo>
                    <a:pt x="130150" y="615615"/>
                  </a:lnTo>
                  <a:lnTo>
                    <a:pt x="163382" y="633502"/>
                  </a:lnTo>
                  <a:lnTo>
                    <a:pt x="210839" y="639464"/>
                  </a:lnTo>
                  <a:lnTo>
                    <a:pt x="257937" y="631806"/>
                  </a:lnTo>
                  <a:lnTo>
                    <a:pt x="291579" y="608831"/>
                  </a:lnTo>
                  <a:lnTo>
                    <a:pt x="311763" y="570538"/>
                  </a:lnTo>
                  <a:lnTo>
                    <a:pt x="318492" y="516929"/>
                  </a:lnTo>
                  <a:lnTo>
                    <a:pt x="313279" y="472281"/>
                  </a:lnTo>
                  <a:lnTo>
                    <a:pt x="297642" y="437554"/>
                  </a:lnTo>
                  <a:lnTo>
                    <a:pt x="271580" y="412750"/>
                  </a:lnTo>
                  <a:lnTo>
                    <a:pt x="235093" y="397867"/>
                  </a:lnTo>
                  <a:lnTo>
                    <a:pt x="188182" y="392906"/>
                  </a:lnTo>
                  <a:lnTo>
                    <a:pt x="124519" y="393898"/>
                  </a:lnTo>
                  <a:lnTo>
                    <a:pt x="124519" y="294214"/>
                  </a:lnTo>
                  <a:lnTo>
                    <a:pt x="163214" y="294679"/>
                  </a:lnTo>
                  <a:lnTo>
                    <a:pt x="216435" y="290075"/>
                  </a:lnTo>
                  <a:lnTo>
                    <a:pt x="257829" y="276264"/>
                  </a:lnTo>
                  <a:lnTo>
                    <a:pt x="305137" y="221019"/>
                  </a:lnTo>
                  <a:lnTo>
                    <a:pt x="311050" y="179585"/>
                  </a:lnTo>
                  <a:lnTo>
                    <a:pt x="305128" y="136394"/>
                  </a:lnTo>
                  <a:lnTo>
                    <a:pt x="287362" y="105543"/>
                  </a:lnTo>
                  <a:lnTo>
                    <a:pt x="257751" y="87033"/>
                  </a:lnTo>
                  <a:lnTo>
                    <a:pt x="216296" y="80863"/>
                  </a:lnTo>
                  <a:lnTo>
                    <a:pt x="175710" y="86227"/>
                  </a:lnTo>
                  <a:lnTo>
                    <a:pt x="146719" y="102319"/>
                  </a:lnTo>
                  <a:lnTo>
                    <a:pt x="129325" y="129139"/>
                  </a:lnTo>
                  <a:lnTo>
                    <a:pt x="123527" y="166687"/>
                  </a:lnTo>
                  <a:lnTo>
                    <a:pt x="123899" y="179364"/>
                  </a:lnTo>
                  <a:lnTo>
                    <a:pt x="125015" y="194255"/>
                  </a:lnTo>
                  <a:lnTo>
                    <a:pt x="126875" y="211362"/>
                  </a:lnTo>
                  <a:lnTo>
                    <a:pt x="129480" y="230683"/>
                  </a:lnTo>
                  <a:lnTo>
                    <a:pt x="18355" y="210064"/>
                  </a:lnTo>
                  <a:lnTo>
                    <a:pt x="21998" y="160830"/>
                  </a:lnTo>
                  <a:lnTo>
                    <a:pt x="32928" y="118161"/>
                  </a:lnTo>
                  <a:lnTo>
                    <a:pt x="51144" y="82056"/>
                  </a:lnTo>
                  <a:lnTo>
                    <a:pt x="76646" y="52516"/>
                  </a:lnTo>
                  <a:lnTo>
                    <a:pt x="109435" y="29540"/>
                  </a:lnTo>
                  <a:lnTo>
                    <a:pt x="149510" y="13129"/>
                  </a:lnTo>
                  <a:lnTo>
                    <a:pt x="196871" y="3282"/>
                  </a:lnTo>
                  <a:lnTo>
                    <a:pt x="251519" y="0"/>
                  </a:lnTo>
                  <a:close/>
                </a:path>
              </a:pathLst>
            </a:custGeom>
            <a:ln w="25400">
              <a:solidFill>
                <a:srgbClr val="2A9F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1660083" y="1915964"/>
            <a:ext cx="556260" cy="733425"/>
            <a:chOff x="1660083" y="1915964"/>
            <a:chExt cx="556260" cy="733425"/>
          </a:xfrm>
        </p:grpSpPr>
        <p:sp>
          <p:nvSpPr>
            <p:cNvPr id="14" name="object 14"/>
            <p:cNvSpPr/>
            <p:nvPr/>
          </p:nvSpPr>
          <p:spPr>
            <a:xfrm>
              <a:off x="1672784" y="1928665"/>
              <a:ext cx="530860" cy="708025"/>
            </a:xfrm>
            <a:custGeom>
              <a:avLst/>
              <a:gdLst/>
              <a:ahLst/>
              <a:cxnLst/>
              <a:rect l="l" t="t" r="r" b="b"/>
              <a:pathLst>
                <a:path w="530860" h="708025">
                  <a:moveTo>
                    <a:pt x="273843" y="0"/>
                  </a:moveTo>
                  <a:lnTo>
                    <a:pt x="218348" y="2664"/>
                  </a:lnTo>
                  <a:lnTo>
                    <a:pt x="169381" y="10656"/>
                  </a:lnTo>
                  <a:lnTo>
                    <a:pt x="126944" y="23977"/>
                  </a:lnTo>
                  <a:lnTo>
                    <a:pt x="91035" y="42627"/>
                  </a:lnTo>
                  <a:lnTo>
                    <a:pt x="38804" y="95911"/>
                  </a:lnTo>
                  <a:lnTo>
                    <a:pt x="22482" y="130546"/>
                  </a:lnTo>
                  <a:lnTo>
                    <a:pt x="12689" y="170509"/>
                  </a:lnTo>
                  <a:lnTo>
                    <a:pt x="9424" y="215800"/>
                  </a:lnTo>
                  <a:lnTo>
                    <a:pt x="10272" y="232315"/>
                  </a:lnTo>
                  <a:lnTo>
                    <a:pt x="12816" y="251699"/>
                  </a:lnTo>
                  <a:lnTo>
                    <a:pt x="17055" y="273952"/>
                  </a:lnTo>
                  <a:lnTo>
                    <a:pt x="22990" y="299074"/>
                  </a:lnTo>
                  <a:lnTo>
                    <a:pt x="146347" y="325437"/>
                  </a:lnTo>
                  <a:lnTo>
                    <a:pt x="138967" y="291115"/>
                  </a:lnTo>
                  <a:lnTo>
                    <a:pt x="133697" y="261732"/>
                  </a:lnTo>
                  <a:lnTo>
                    <a:pt x="129480" y="217784"/>
                  </a:lnTo>
                  <a:lnTo>
                    <a:pt x="136146" y="157881"/>
                  </a:lnTo>
                  <a:lnTo>
                    <a:pt x="156144" y="115093"/>
                  </a:lnTo>
                  <a:lnTo>
                    <a:pt x="189476" y="89420"/>
                  </a:lnTo>
                  <a:lnTo>
                    <a:pt x="236139" y="80863"/>
                  </a:lnTo>
                  <a:lnTo>
                    <a:pt x="273905" y="87839"/>
                  </a:lnTo>
                  <a:lnTo>
                    <a:pt x="300880" y="108768"/>
                  </a:lnTo>
                  <a:lnTo>
                    <a:pt x="317065" y="143650"/>
                  </a:lnTo>
                  <a:lnTo>
                    <a:pt x="322460" y="192485"/>
                  </a:lnTo>
                  <a:lnTo>
                    <a:pt x="317540" y="223760"/>
                  </a:lnTo>
                  <a:lnTo>
                    <a:pt x="302778" y="259612"/>
                  </a:lnTo>
                  <a:lnTo>
                    <a:pt x="278176" y="300040"/>
                  </a:lnTo>
                  <a:lnTo>
                    <a:pt x="243732" y="345043"/>
                  </a:lnTo>
                  <a:lnTo>
                    <a:pt x="199448" y="394623"/>
                  </a:lnTo>
                  <a:lnTo>
                    <a:pt x="145323" y="448778"/>
                  </a:lnTo>
                  <a:lnTo>
                    <a:pt x="106376" y="486864"/>
                  </a:lnTo>
                  <a:lnTo>
                    <a:pt x="69173" y="524427"/>
                  </a:lnTo>
                  <a:lnTo>
                    <a:pt x="33714" y="561468"/>
                  </a:lnTo>
                  <a:lnTo>
                    <a:pt x="0" y="597987"/>
                  </a:lnTo>
                  <a:lnTo>
                    <a:pt x="0" y="707429"/>
                  </a:lnTo>
                  <a:lnTo>
                    <a:pt x="525362" y="707429"/>
                  </a:lnTo>
                  <a:lnTo>
                    <a:pt x="525362" y="524866"/>
                  </a:lnTo>
                  <a:lnTo>
                    <a:pt x="232171" y="524866"/>
                  </a:lnTo>
                  <a:lnTo>
                    <a:pt x="241863" y="524717"/>
                  </a:lnTo>
                  <a:lnTo>
                    <a:pt x="249761" y="523797"/>
                  </a:lnTo>
                  <a:lnTo>
                    <a:pt x="255865" y="522105"/>
                  </a:lnTo>
                  <a:lnTo>
                    <a:pt x="260177" y="519642"/>
                  </a:lnTo>
                  <a:lnTo>
                    <a:pt x="331886" y="459313"/>
                  </a:lnTo>
                  <a:lnTo>
                    <a:pt x="389495" y="413059"/>
                  </a:lnTo>
                  <a:lnTo>
                    <a:pt x="440371" y="367761"/>
                  </a:lnTo>
                  <a:lnTo>
                    <a:pt x="479942" y="323699"/>
                  </a:lnTo>
                  <a:lnTo>
                    <a:pt x="508207" y="280874"/>
                  </a:lnTo>
                  <a:lnTo>
                    <a:pt x="525166" y="239286"/>
                  </a:lnTo>
                  <a:lnTo>
                    <a:pt x="530819" y="198934"/>
                  </a:lnTo>
                  <a:lnTo>
                    <a:pt x="526257" y="157224"/>
                  </a:lnTo>
                  <a:lnTo>
                    <a:pt x="512572" y="119463"/>
                  </a:lnTo>
                  <a:lnTo>
                    <a:pt x="489764" y="85649"/>
                  </a:lnTo>
                  <a:lnTo>
                    <a:pt x="457832" y="55783"/>
                  </a:lnTo>
                  <a:lnTo>
                    <a:pt x="418962" y="31378"/>
                  </a:lnTo>
                  <a:lnTo>
                    <a:pt x="375341" y="13945"/>
                  </a:lnTo>
                  <a:lnTo>
                    <a:pt x="326968" y="3486"/>
                  </a:lnTo>
                  <a:lnTo>
                    <a:pt x="273843" y="0"/>
                  </a:lnTo>
                  <a:close/>
                </a:path>
              </a:pathLst>
            </a:custGeom>
            <a:solidFill>
              <a:srgbClr val="A3DC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672783" y="1928664"/>
              <a:ext cx="530860" cy="708025"/>
            </a:xfrm>
            <a:custGeom>
              <a:avLst/>
              <a:gdLst/>
              <a:ahLst/>
              <a:cxnLst/>
              <a:rect l="l" t="t" r="r" b="b"/>
              <a:pathLst>
                <a:path w="530860" h="708025">
                  <a:moveTo>
                    <a:pt x="273843" y="0"/>
                  </a:moveTo>
                  <a:lnTo>
                    <a:pt x="326968" y="3486"/>
                  </a:lnTo>
                  <a:lnTo>
                    <a:pt x="375341" y="13945"/>
                  </a:lnTo>
                  <a:lnTo>
                    <a:pt x="418962" y="31378"/>
                  </a:lnTo>
                  <a:lnTo>
                    <a:pt x="457832" y="55783"/>
                  </a:lnTo>
                  <a:lnTo>
                    <a:pt x="489764" y="85649"/>
                  </a:lnTo>
                  <a:lnTo>
                    <a:pt x="512573" y="119462"/>
                  </a:lnTo>
                  <a:lnTo>
                    <a:pt x="526258" y="157224"/>
                  </a:lnTo>
                  <a:lnTo>
                    <a:pt x="530820" y="198933"/>
                  </a:lnTo>
                  <a:lnTo>
                    <a:pt x="525167" y="239285"/>
                  </a:lnTo>
                  <a:lnTo>
                    <a:pt x="508208" y="280874"/>
                  </a:lnTo>
                  <a:lnTo>
                    <a:pt x="479943" y="323699"/>
                  </a:lnTo>
                  <a:lnTo>
                    <a:pt x="440372" y="367761"/>
                  </a:lnTo>
                  <a:lnTo>
                    <a:pt x="389495" y="413060"/>
                  </a:lnTo>
                  <a:lnTo>
                    <a:pt x="331886" y="459313"/>
                  </a:lnTo>
                  <a:lnTo>
                    <a:pt x="260177" y="519642"/>
                  </a:lnTo>
                  <a:lnTo>
                    <a:pt x="255866" y="522105"/>
                  </a:lnTo>
                  <a:lnTo>
                    <a:pt x="249761" y="523797"/>
                  </a:lnTo>
                  <a:lnTo>
                    <a:pt x="241863" y="524717"/>
                  </a:lnTo>
                  <a:lnTo>
                    <a:pt x="232171" y="524867"/>
                  </a:lnTo>
                  <a:lnTo>
                    <a:pt x="525363" y="524867"/>
                  </a:lnTo>
                  <a:lnTo>
                    <a:pt x="525363" y="707429"/>
                  </a:lnTo>
                  <a:lnTo>
                    <a:pt x="0" y="707429"/>
                  </a:lnTo>
                  <a:lnTo>
                    <a:pt x="0" y="597986"/>
                  </a:lnTo>
                  <a:lnTo>
                    <a:pt x="33714" y="561468"/>
                  </a:lnTo>
                  <a:lnTo>
                    <a:pt x="69174" y="524427"/>
                  </a:lnTo>
                  <a:lnTo>
                    <a:pt x="106377" y="486864"/>
                  </a:lnTo>
                  <a:lnTo>
                    <a:pt x="145324" y="448778"/>
                  </a:lnTo>
                  <a:lnTo>
                    <a:pt x="199449" y="394623"/>
                  </a:lnTo>
                  <a:lnTo>
                    <a:pt x="243733" y="345043"/>
                  </a:lnTo>
                  <a:lnTo>
                    <a:pt x="278176" y="300039"/>
                  </a:lnTo>
                  <a:lnTo>
                    <a:pt x="302779" y="259612"/>
                  </a:lnTo>
                  <a:lnTo>
                    <a:pt x="317540" y="223760"/>
                  </a:lnTo>
                  <a:lnTo>
                    <a:pt x="322461" y="192484"/>
                  </a:lnTo>
                  <a:lnTo>
                    <a:pt x="317065" y="143650"/>
                  </a:lnTo>
                  <a:lnTo>
                    <a:pt x="300880" y="108768"/>
                  </a:lnTo>
                  <a:lnTo>
                    <a:pt x="273905" y="87839"/>
                  </a:lnTo>
                  <a:lnTo>
                    <a:pt x="236140" y="80863"/>
                  </a:lnTo>
                  <a:lnTo>
                    <a:pt x="189476" y="89420"/>
                  </a:lnTo>
                  <a:lnTo>
                    <a:pt x="156145" y="115093"/>
                  </a:lnTo>
                  <a:lnTo>
                    <a:pt x="136146" y="157881"/>
                  </a:lnTo>
                  <a:lnTo>
                    <a:pt x="129480" y="217785"/>
                  </a:lnTo>
                  <a:lnTo>
                    <a:pt x="130534" y="237288"/>
                  </a:lnTo>
                  <a:lnTo>
                    <a:pt x="133697" y="261732"/>
                  </a:lnTo>
                  <a:lnTo>
                    <a:pt x="138968" y="291114"/>
                  </a:lnTo>
                  <a:lnTo>
                    <a:pt x="146347" y="325437"/>
                  </a:lnTo>
                  <a:lnTo>
                    <a:pt x="22990" y="299074"/>
                  </a:lnTo>
                  <a:lnTo>
                    <a:pt x="17056" y="273952"/>
                  </a:lnTo>
                  <a:lnTo>
                    <a:pt x="12817" y="251699"/>
                  </a:lnTo>
                  <a:lnTo>
                    <a:pt x="10273" y="232315"/>
                  </a:lnTo>
                  <a:lnTo>
                    <a:pt x="9425" y="215800"/>
                  </a:lnTo>
                  <a:lnTo>
                    <a:pt x="12690" y="170509"/>
                  </a:lnTo>
                  <a:lnTo>
                    <a:pt x="22483" y="130546"/>
                  </a:lnTo>
                  <a:lnTo>
                    <a:pt x="38805" y="95911"/>
                  </a:lnTo>
                  <a:lnTo>
                    <a:pt x="91036" y="42627"/>
                  </a:lnTo>
                  <a:lnTo>
                    <a:pt x="126944" y="23977"/>
                  </a:lnTo>
                  <a:lnTo>
                    <a:pt x="169382" y="10656"/>
                  </a:lnTo>
                  <a:lnTo>
                    <a:pt x="218348" y="2664"/>
                  </a:lnTo>
                  <a:lnTo>
                    <a:pt x="273843" y="0"/>
                  </a:lnTo>
                  <a:close/>
                </a:path>
              </a:pathLst>
            </a:custGeom>
            <a:ln w="25400">
              <a:solidFill>
                <a:srgbClr val="2A9F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/>
          <p:nvPr/>
        </p:nvSpPr>
        <p:spPr>
          <a:xfrm>
            <a:off x="2953171" y="1779760"/>
            <a:ext cx="15193010" cy="924560"/>
          </a:xfrm>
          <a:custGeom>
            <a:avLst/>
            <a:gdLst/>
            <a:ahLst/>
            <a:cxnLst/>
            <a:rect l="l" t="t" r="r" b="b"/>
            <a:pathLst>
              <a:path w="15193010" h="924560">
                <a:moveTo>
                  <a:pt x="15192613" y="0"/>
                </a:moveTo>
                <a:lnTo>
                  <a:pt x="0" y="0"/>
                </a:lnTo>
                <a:lnTo>
                  <a:pt x="0" y="924157"/>
                </a:lnTo>
                <a:lnTo>
                  <a:pt x="15192613" y="924157"/>
                </a:lnTo>
                <a:lnTo>
                  <a:pt x="1519261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481358" y="5808903"/>
            <a:ext cx="14458315" cy="1754505"/>
          </a:xfrm>
          <a:custGeom>
            <a:avLst/>
            <a:gdLst/>
            <a:ahLst/>
            <a:cxnLst/>
            <a:rect l="l" t="t" r="r" b="b"/>
            <a:pathLst>
              <a:path w="14458315" h="1754504">
                <a:moveTo>
                  <a:pt x="14457950" y="0"/>
                </a:moveTo>
                <a:lnTo>
                  <a:pt x="0" y="0"/>
                </a:lnTo>
                <a:lnTo>
                  <a:pt x="0" y="1754497"/>
                </a:lnTo>
                <a:lnTo>
                  <a:pt x="14457950" y="1754497"/>
                </a:lnTo>
                <a:lnTo>
                  <a:pt x="1445795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43E0ADA-39EC-814D-6E02-CC503EDA98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809"/>
            <a:ext cx="1143000" cy="5715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56D4F99-B083-6255-FBEC-5FE0C2FFD5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98983" y="0"/>
            <a:ext cx="1152146" cy="55525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3657600" cy="10287000"/>
            <a:chOff x="0" y="0"/>
            <a:chExt cx="3657600" cy="10287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3657600" cy="10287000"/>
            </a:xfrm>
            <a:custGeom>
              <a:avLst/>
              <a:gdLst/>
              <a:ahLst/>
              <a:cxnLst/>
              <a:rect l="l" t="t" r="r" b="b"/>
              <a:pathLst>
                <a:path w="3657600" h="10287000">
                  <a:moveTo>
                    <a:pt x="3657600" y="0"/>
                  </a:moveTo>
                  <a:lnTo>
                    <a:pt x="0" y="0"/>
                  </a:lnTo>
                  <a:lnTo>
                    <a:pt x="0" y="10286999"/>
                  </a:lnTo>
                  <a:lnTo>
                    <a:pt x="3657600" y="10286999"/>
                  </a:lnTo>
                  <a:lnTo>
                    <a:pt x="3657600" y="0"/>
                  </a:lnTo>
                  <a:close/>
                </a:path>
              </a:pathLst>
            </a:custGeom>
            <a:solidFill>
              <a:srgbClr val="9BC8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20736" y="4016010"/>
              <a:ext cx="2689225" cy="2255520"/>
            </a:xfrm>
            <a:custGeom>
              <a:avLst/>
              <a:gdLst/>
              <a:ahLst/>
              <a:cxnLst/>
              <a:rect l="l" t="t" r="r" b="b"/>
              <a:pathLst>
                <a:path w="2689225" h="2255520">
                  <a:moveTo>
                    <a:pt x="2688950" y="0"/>
                  </a:moveTo>
                  <a:lnTo>
                    <a:pt x="0" y="0"/>
                  </a:lnTo>
                  <a:lnTo>
                    <a:pt x="0" y="2254977"/>
                  </a:lnTo>
                  <a:lnTo>
                    <a:pt x="2688950" y="2254977"/>
                  </a:lnTo>
                  <a:lnTo>
                    <a:pt x="26889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20736" y="4016010"/>
              <a:ext cx="2689225" cy="2255520"/>
            </a:xfrm>
            <a:custGeom>
              <a:avLst/>
              <a:gdLst/>
              <a:ahLst/>
              <a:cxnLst/>
              <a:rect l="l" t="t" r="r" b="b"/>
              <a:pathLst>
                <a:path w="2689225" h="2255520">
                  <a:moveTo>
                    <a:pt x="0" y="0"/>
                  </a:moveTo>
                  <a:lnTo>
                    <a:pt x="2688951" y="0"/>
                  </a:lnTo>
                  <a:lnTo>
                    <a:pt x="2688951" y="2254977"/>
                  </a:lnTo>
                  <a:lnTo>
                    <a:pt x="0" y="2254977"/>
                  </a:lnTo>
                  <a:lnTo>
                    <a:pt x="0" y="0"/>
                  </a:lnTo>
                  <a:close/>
                </a:path>
              </a:pathLst>
            </a:custGeom>
            <a:ln w="50800">
              <a:solidFill>
                <a:srgbClr val="9BC8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9004" y="4411124"/>
              <a:ext cx="1872414" cy="1464749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86181" y="374395"/>
            <a:ext cx="2968625" cy="216535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 marR="5080" indent="5715">
              <a:lnSpc>
                <a:spcPct val="96700"/>
              </a:lnSpc>
              <a:spcBef>
                <a:spcPts val="240"/>
              </a:spcBef>
            </a:pPr>
            <a:r>
              <a:rPr sz="3600" b="1" spc="55" dirty="0">
                <a:solidFill>
                  <a:srgbClr val="727272"/>
                </a:solidFill>
                <a:latin typeface="Arial"/>
                <a:cs typeface="Arial"/>
              </a:rPr>
              <a:t>Interface </a:t>
            </a:r>
            <a:r>
              <a:rPr sz="3600" b="1" spc="60" dirty="0">
                <a:solidFill>
                  <a:srgbClr val="727272"/>
                </a:solidFill>
                <a:latin typeface="Arial"/>
                <a:cs typeface="Arial"/>
              </a:rPr>
              <a:t> </a:t>
            </a:r>
            <a:r>
              <a:rPr sz="3600" b="1" spc="-40" dirty="0">
                <a:solidFill>
                  <a:srgbClr val="727272"/>
                </a:solidFill>
                <a:latin typeface="Arial"/>
                <a:cs typeface="Arial"/>
              </a:rPr>
              <a:t>Checklist: </a:t>
            </a:r>
            <a:r>
              <a:rPr sz="3600" b="1" spc="-35" dirty="0">
                <a:solidFill>
                  <a:srgbClr val="727272"/>
                </a:solidFill>
                <a:latin typeface="Arial"/>
                <a:cs typeface="Arial"/>
              </a:rPr>
              <a:t> </a:t>
            </a:r>
            <a:r>
              <a:rPr sz="3600" b="1" spc="55" dirty="0">
                <a:solidFill>
                  <a:srgbClr val="FFFFFF"/>
                </a:solidFill>
                <a:latin typeface="Arial"/>
                <a:cs typeface="Arial"/>
              </a:rPr>
              <a:t>Interface</a:t>
            </a:r>
            <a:r>
              <a:rPr sz="36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00" b="1" spc="-145" dirty="0">
                <a:solidFill>
                  <a:srgbClr val="FFFFFF"/>
                </a:solidFill>
                <a:latin typeface="Arial"/>
                <a:cs typeface="Arial"/>
              </a:rPr>
              <a:t>as</a:t>
            </a:r>
            <a:r>
              <a:rPr sz="36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00" b="1" spc="-30" dirty="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sz="3600" b="1" spc="-9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00" b="1" spc="20" dirty="0">
                <a:solidFill>
                  <a:srgbClr val="FFFFFF"/>
                </a:solidFill>
                <a:latin typeface="Arial"/>
                <a:cs typeface="Arial"/>
              </a:rPr>
              <a:t>Feature</a:t>
            </a:r>
            <a:r>
              <a:rPr sz="36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00" b="1" spc="35" dirty="0">
                <a:solidFill>
                  <a:srgbClr val="FFFFFF"/>
                </a:solidFill>
                <a:latin typeface="Arial"/>
                <a:cs typeface="Arial"/>
              </a:rPr>
              <a:t>Set</a:t>
            </a:r>
            <a:endParaRPr sz="3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72049" y="4294123"/>
            <a:ext cx="9319260" cy="1668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310"/>
              </a:lnSpc>
              <a:spcBef>
                <a:spcPts val="100"/>
              </a:spcBef>
            </a:pPr>
            <a:r>
              <a:rPr sz="3600" b="1" spc="15" dirty="0">
                <a:solidFill>
                  <a:srgbClr val="9BC850"/>
                </a:solidFill>
                <a:latin typeface="Arial"/>
                <a:cs typeface="Arial"/>
              </a:rPr>
              <a:t>Implementing</a:t>
            </a:r>
            <a:r>
              <a:rPr sz="3600" b="1" spc="-105" dirty="0">
                <a:solidFill>
                  <a:srgbClr val="9BC850"/>
                </a:solidFill>
                <a:latin typeface="Arial"/>
                <a:cs typeface="Arial"/>
              </a:rPr>
              <a:t> </a:t>
            </a:r>
            <a:r>
              <a:rPr sz="3600" b="1" spc="-20" dirty="0">
                <a:solidFill>
                  <a:srgbClr val="9BC850"/>
                </a:solidFill>
                <a:latin typeface="Arial"/>
                <a:cs typeface="Arial"/>
              </a:rPr>
              <a:t>interfaces:</a:t>
            </a:r>
            <a:endParaRPr sz="3600">
              <a:latin typeface="Arial"/>
              <a:cs typeface="Arial"/>
            </a:endParaRPr>
          </a:p>
          <a:p>
            <a:pPr marL="797560" indent="-433705">
              <a:lnSpc>
                <a:spcPts val="4310"/>
              </a:lnSpc>
              <a:buSzPct val="75000"/>
              <a:buFont typeface="Lucida Sans Unicode"/>
              <a:buChar char="-"/>
              <a:tabLst>
                <a:tab pos="797560" algn="l"/>
                <a:tab pos="798195" algn="l"/>
              </a:tabLst>
            </a:pPr>
            <a:r>
              <a:rPr sz="3600" dirty="0">
                <a:solidFill>
                  <a:srgbClr val="9BC850"/>
                </a:solidFill>
                <a:latin typeface="Courier New"/>
                <a:cs typeface="Courier New"/>
              </a:rPr>
              <a:t>implements</a:t>
            </a:r>
            <a:r>
              <a:rPr sz="3600" spc="-1225" dirty="0">
                <a:solidFill>
                  <a:srgbClr val="9BC850"/>
                </a:solidFill>
                <a:latin typeface="Courier New"/>
                <a:cs typeface="Courier New"/>
              </a:rPr>
              <a:t> </a:t>
            </a:r>
            <a:r>
              <a:rPr sz="3600" b="1" spc="-175" dirty="0">
                <a:solidFill>
                  <a:srgbClr val="9BC850"/>
                </a:solidFill>
                <a:latin typeface="Arial"/>
                <a:cs typeface="Arial"/>
              </a:rPr>
              <a:t>k</a:t>
            </a:r>
            <a:r>
              <a:rPr sz="3600" b="1" spc="114" dirty="0">
                <a:solidFill>
                  <a:srgbClr val="9BC850"/>
                </a:solidFill>
                <a:latin typeface="Arial"/>
                <a:cs typeface="Arial"/>
              </a:rPr>
              <a:t>e</a:t>
            </a:r>
            <a:r>
              <a:rPr sz="3600" b="1" spc="-55" dirty="0">
                <a:solidFill>
                  <a:srgbClr val="9BC850"/>
                </a:solidFill>
                <a:latin typeface="Arial"/>
                <a:cs typeface="Arial"/>
              </a:rPr>
              <a:t>y</a:t>
            </a:r>
            <a:r>
              <a:rPr sz="3600" b="1" spc="20" dirty="0">
                <a:solidFill>
                  <a:srgbClr val="9BC850"/>
                </a:solidFill>
                <a:latin typeface="Arial"/>
                <a:cs typeface="Arial"/>
              </a:rPr>
              <a:t>w</a:t>
            </a:r>
            <a:r>
              <a:rPr sz="3600" b="1" spc="-45" dirty="0">
                <a:solidFill>
                  <a:srgbClr val="9BC850"/>
                </a:solidFill>
                <a:latin typeface="Arial"/>
                <a:cs typeface="Arial"/>
              </a:rPr>
              <a:t>o</a:t>
            </a:r>
            <a:r>
              <a:rPr sz="3600" b="1" spc="-15" dirty="0">
                <a:solidFill>
                  <a:srgbClr val="9BC850"/>
                </a:solidFill>
                <a:latin typeface="Arial"/>
                <a:cs typeface="Arial"/>
              </a:rPr>
              <a:t>rd</a:t>
            </a:r>
            <a:r>
              <a:rPr sz="3600" b="1" spc="-65" dirty="0">
                <a:solidFill>
                  <a:srgbClr val="9BC850"/>
                </a:solidFill>
                <a:latin typeface="Arial"/>
                <a:cs typeface="Arial"/>
              </a:rPr>
              <a:t> </a:t>
            </a:r>
            <a:r>
              <a:rPr sz="3600" b="1" spc="-275" dirty="0">
                <a:solidFill>
                  <a:srgbClr val="9BC850"/>
                </a:solidFill>
                <a:latin typeface="Arial"/>
                <a:cs typeface="Arial"/>
              </a:rPr>
              <a:t>&amp;</a:t>
            </a:r>
            <a:r>
              <a:rPr sz="3600" b="1" spc="-70" dirty="0">
                <a:solidFill>
                  <a:srgbClr val="9BC850"/>
                </a:solidFill>
                <a:latin typeface="Arial"/>
                <a:cs typeface="Arial"/>
              </a:rPr>
              <a:t> </a:t>
            </a:r>
            <a:r>
              <a:rPr sz="3600" b="1" spc="-65" dirty="0">
                <a:solidFill>
                  <a:srgbClr val="9BC850"/>
                </a:solidFill>
                <a:latin typeface="Arial"/>
                <a:cs typeface="Arial"/>
              </a:rPr>
              <a:t>i</a:t>
            </a:r>
            <a:r>
              <a:rPr sz="3600" b="1" spc="-15" dirty="0">
                <a:solidFill>
                  <a:srgbClr val="9BC850"/>
                </a:solidFill>
                <a:latin typeface="Arial"/>
                <a:cs typeface="Arial"/>
              </a:rPr>
              <a:t>n</a:t>
            </a:r>
            <a:r>
              <a:rPr sz="3600" b="1" spc="190" dirty="0">
                <a:solidFill>
                  <a:srgbClr val="9BC850"/>
                </a:solidFill>
                <a:latin typeface="Arial"/>
                <a:cs typeface="Arial"/>
              </a:rPr>
              <a:t>t</a:t>
            </a:r>
            <a:r>
              <a:rPr sz="3600" b="1" spc="114" dirty="0">
                <a:solidFill>
                  <a:srgbClr val="9BC850"/>
                </a:solidFill>
                <a:latin typeface="Arial"/>
                <a:cs typeface="Arial"/>
              </a:rPr>
              <a:t>e</a:t>
            </a:r>
            <a:r>
              <a:rPr sz="3600" b="1" spc="5" dirty="0">
                <a:solidFill>
                  <a:srgbClr val="9BC850"/>
                </a:solidFill>
                <a:latin typeface="Arial"/>
                <a:cs typeface="Arial"/>
              </a:rPr>
              <a:t>r</a:t>
            </a:r>
            <a:r>
              <a:rPr sz="3600" b="1" dirty="0">
                <a:solidFill>
                  <a:srgbClr val="9BC850"/>
                </a:solidFill>
                <a:latin typeface="Arial"/>
                <a:cs typeface="Arial"/>
              </a:rPr>
              <a:t>f</a:t>
            </a:r>
            <a:r>
              <a:rPr sz="3600" b="1" spc="-35" dirty="0">
                <a:solidFill>
                  <a:srgbClr val="9BC850"/>
                </a:solidFill>
                <a:latin typeface="Arial"/>
                <a:cs typeface="Arial"/>
              </a:rPr>
              <a:t>a</a:t>
            </a:r>
            <a:r>
              <a:rPr sz="3600" b="1" spc="70" dirty="0">
                <a:solidFill>
                  <a:srgbClr val="9BC850"/>
                </a:solidFill>
                <a:latin typeface="Arial"/>
                <a:cs typeface="Arial"/>
              </a:rPr>
              <a:t>c</a:t>
            </a:r>
            <a:r>
              <a:rPr sz="3600" b="1" spc="114" dirty="0">
                <a:solidFill>
                  <a:srgbClr val="9BC850"/>
                </a:solidFill>
                <a:latin typeface="Arial"/>
                <a:cs typeface="Arial"/>
              </a:rPr>
              <a:t>e</a:t>
            </a:r>
            <a:r>
              <a:rPr sz="3600" b="1" spc="-60" dirty="0">
                <a:solidFill>
                  <a:srgbClr val="9BC850"/>
                </a:solidFill>
                <a:latin typeface="Arial"/>
                <a:cs typeface="Arial"/>
              </a:rPr>
              <a:t> </a:t>
            </a:r>
            <a:r>
              <a:rPr sz="3600" b="1" spc="-15" dirty="0">
                <a:solidFill>
                  <a:srgbClr val="9BC850"/>
                </a:solidFill>
                <a:latin typeface="Arial"/>
                <a:cs typeface="Arial"/>
              </a:rPr>
              <a:t>n</a:t>
            </a:r>
            <a:r>
              <a:rPr sz="3600" b="1" spc="-35" dirty="0">
                <a:solidFill>
                  <a:srgbClr val="9BC850"/>
                </a:solidFill>
                <a:latin typeface="Arial"/>
                <a:cs typeface="Arial"/>
              </a:rPr>
              <a:t>a</a:t>
            </a:r>
            <a:r>
              <a:rPr sz="3600" b="1" spc="-90" dirty="0">
                <a:solidFill>
                  <a:srgbClr val="9BC850"/>
                </a:solidFill>
                <a:latin typeface="Arial"/>
                <a:cs typeface="Arial"/>
              </a:rPr>
              <a:t>m</a:t>
            </a:r>
            <a:r>
              <a:rPr sz="3600" b="1" spc="114" dirty="0">
                <a:solidFill>
                  <a:srgbClr val="9BC850"/>
                </a:solidFill>
                <a:latin typeface="Arial"/>
                <a:cs typeface="Arial"/>
              </a:rPr>
              <a:t>e</a:t>
            </a:r>
            <a:endParaRPr sz="3600">
              <a:latin typeface="Arial"/>
              <a:cs typeface="Arial"/>
            </a:endParaRPr>
          </a:p>
          <a:p>
            <a:pPr marL="797560" indent="-433705">
              <a:lnSpc>
                <a:spcPct val="100000"/>
              </a:lnSpc>
              <a:buSzPct val="75000"/>
              <a:buFont typeface="Lucida Sans Unicode"/>
              <a:buChar char="-"/>
              <a:tabLst>
                <a:tab pos="797560" algn="l"/>
                <a:tab pos="798195" algn="l"/>
              </a:tabLst>
            </a:pPr>
            <a:r>
              <a:rPr sz="3600" b="1" spc="-40" dirty="0">
                <a:solidFill>
                  <a:srgbClr val="9BC850"/>
                </a:solidFill>
                <a:latin typeface="Arial"/>
                <a:cs typeface="Arial"/>
              </a:rPr>
              <a:t>W</a:t>
            </a:r>
            <a:r>
              <a:rPr sz="3600" b="1" spc="-60" dirty="0">
                <a:solidFill>
                  <a:srgbClr val="9BC850"/>
                </a:solidFill>
                <a:latin typeface="Arial"/>
                <a:cs typeface="Arial"/>
              </a:rPr>
              <a:t>ri</a:t>
            </a:r>
            <a:r>
              <a:rPr sz="3600" b="1" spc="190" dirty="0">
                <a:solidFill>
                  <a:srgbClr val="9BC850"/>
                </a:solidFill>
                <a:latin typeface="Arial"/>
                <a:cs typeface="Arial"/>
              </a:rPr>
              <a:t>t</a:t>
            </a:r>
            <a:r>
              <a:rPr sz="3600" b="1" spc="114" dirty="0">
                <a:solidFill>
                  <a:srgbClr val="9BC850"/>
                </a:solidFill>
                <a:latin typeface="Arial"/>
                <a:cs typeface="Arial"/>
              </a:rPr>
              <a:t>e</a:t>
            </a:r>
            <a:r>
              <a:rPr sz="3600" b="1" spc="-60" dirty="0">
                <a:solidFill>
                  <a:srgbClr val="9BC850"/>
                </a:solidFill>
                <a:latin typeface="Arial"/>
                <a:cs typeface="Arial"/>
              </a:rPr>
              <a:t> </a:t>
            </a:r>
            <a:r>
              <a:rPr sz="3600" b="1" spc="70" dirty="0">
                <a:solidFill>
                  <a:srgbClr val="9BC850"/>
                </a:solidFill>
                <a:latin typeface="Arial"/>
                <a:cs typeface="Arial"/>
              </a:rPr>
              <a:t>c</a:t>
            </a:r>
            <a:r>
              <a:rPr sz="3600" b="1" spc="-45" dirty="0">
                <a:solidFill>
                  <a:srgbClr val="9BC850"/>
                </a:solidFill>
                <a:latin typeface="Arial"/>
                <a:cs typeface="Arial"/>
              </a:rPr>
              <a:t>o</a:t>
            </a:r>
            <a:r>
              <a:rPr sz="3600" b="1" spc="25" dirty="0">
                <a:solidFill>
                  <a:srgbClr val="9BC850"/>
                </a:solidFill>
                <a:latin typeface="Arial"/>
                <a:cs typeface="Arial"/>
              </a:rPr>
              <a:t>d</a:t>
            </a:r>
            <a:r>
              <a:rPr sz="3600" b="1" spc="114" dirty="0">
                <a:solidFill>
                  <a:srgbClr val="9BC850"/>
                </a:solidFill>
                <a:latin typeface="Arial"/>
                <a:cs typeface="Arial"/>
              </a:rPr>
              <a:t>e</a:t>
            </a:r>
            <a:r>
              <a:rPr sz="3600" b="1" spc="-60" dirty="0">
                <a:solidFill>
                  <a:srgbClr val="9BC850"/>
                </a:solidFill>
                <a:latin typeface="Arial"/>
                <a:cs typeface="Arial"/>
              </a:rPr>
              <a:t> </a:t>
            </a:r>
            <a:r>
              <a:rPr sz="3600" b="1" spc="60" dirty="0">
                <a:solidFill>
                  <a:srgbClr val="9BC850"/>
                </a:solidFill>
                <a:latin typeface="Arial"/>
                <a:cs typeface="Arial"/>
              </a:rPr>
              <a:t>f</a:t>
            </a:r>
            <a:r>
              <a:rPr sz="3600" b="1" spc="-45" dirty="0">
                <a:solidFill>
                  <a:srgbClr val="9BC850"/>
                </a:solidFill>
                <a:latin typeface="Arial"/>
                <a:cs typeface="Arial"/>
              </a:rPr>
              <a:t>o</a:t>
            </a:r>
            <a:r>
              <a:rPr sz="3600" b="1" spc="-55" dirty="0">
                <a:solidFill>
                  <a:srgbClr val="9BC850"/>
                </a:solidFill>
                <a:latin typeface="Arial"/>
                <a:cs typeface="Arial"/>
              </a:rPr>
              <a:t>r</a:t>
            </a:r>
            <a:r>
              <a:rPr sz="3600" b="1" spc="-65" dirty="0">
                <a:solidFill>
                  <a:srgbClr val="9BC850"/>
                </a:solidFill>
                <a:latin typeface="Arial"/>
                <a:cs typeface="Arial"/>
              </a:rPr>
              <a:t> </a:t>
            </a:r>
            <a:r>
              <a:rPr sz="3600" b="1" spc="114" dirty="0">
                <a:solidFill>
                  <a:srgbClr val="9BC850"/>
                </a:solidFill>
                <a:latin typeface="Arial"/>
                <a:cs typeface="Arial"/>
              </a:rPr>
              <a:t>e</a:t>
            </a:r>
            <a:r>
              <a:rPr sz="3600" b="1" spc="-35" dirty="0">
                <a:solidFill>
                  <a:srgbClr val="9BC850"/>
                </a:solidFill>
                <a:latin typeface="Arial"/>
                <a:cs typeface="Arial"/>
              </a:rPr>
              <a:t>a</a:t>
            </a:r>
            <a:r>
              <a:rPr sz="3600" b="1" spc="70" dirty="0">
                <a:solidFill>
                  <a:srgbClr val="9BC850"/>
                </a:solidFill>
                <a:latin typeface="Arial"/>
                <a:cs typeface="Arial"/>
              </a:rPr>
              <a:t>c</a:t>
            </a:r>
            <a:r>
              <a:rPr sz="3600" b="1" spc="-20" dirty="0">
                <a:solidFill>
                  <a:srgbClr val="9BC850"/>
                </a:solidFill>
                <a:latin typeface="Arial"/>
                <a:cs typeface="Arial"/>
              </a:rPr>
              <a:t>h</a:t>
            </a:r>
            <a:r>
              <a:rPr sz="3600" b="1" spc="-60" dirty="0">
                <a:solidFill>
                  <a:srgbClr val="9BC850"/>
                </a:solidFill>
                <a:latin typeface="Arial"/>
                <a:cs typeface="Arial"/>
              </a:rPr>
              <a:t> </a:t>
            </a:r>
            <a:r>
              <a:rPr sz="3600" b="1" spc="25" dirty="0">
                <a:solidFill>
                  <a:srgbClr val="9BC850"/>
                </a:solidFill>
                <a:latin typeface="Arial"/>
                <a:cs typeface="Arial"/>
              </a:rPr>
              <a:t>p</a:t>
            </a:r>
            <a:r>
              <a:rPr sz="3600" b="1" spc="-35" dirty="0">
                <a:solidFill>
                  <a:srgbClr val="9BC850"/>
                </a:solidFill>
                <a:latin typeface="Arial"/>
                <a:cs typeface="Arial"/>
              </a:rPr>
              <a:t>r</a:t>
            </a:r>
            <a:r>
              <a:rPr sz="3600" b="1" spc="-60" dirty="0">
                <a:solidFill>
                  <a:srgbClr val="9BC850"/>
                </a:solidFill>
                <a:latin typeface="Arial"/>
                <a:cs typeface="Arial"/>
              </a:rPr>
              <a:t>o</a:t>
            </a:r>
            <a:r>
              <a:rPr sz="3600" b="1" spc="25" dirty="0">
                <a:solidFill>
                  <a:srgbClr val="9BC850"/>
                </a:solidFill>
                <a:latin typeface="Arial"/>
                <a:cs typeface="Arial"/>
              </a:rPr>
              <a:t>p</a:t>
            </a:r>
            <a:r>
              <a:rPr sz="3600" b="1" spc="114" dirty="0">
                <a:solidFill>
                  <a:srgbClr val="9BC850"/>
                </a:solidFill>
                <a:latin typeface="Arial"/>
                <a:cs typeface="Arial"/>
              </a:rPr>
              <a:t>e</a:t>
            </a:r>
            <a:r>
              <a:rPr sz="3600" b="1" spc="90" dirty="0">
                <a:solidFill>
                  <a:srgbClr val="9BC850"/>
                </a:solidFill>
                <a:latin typeface="Arial"/>
                <a:cs typeface="Arial"/>
              </a:rPr>
              <a:t>rt</a:t>
            </a:r>
            <a:r>
              <a:rPr sz="3600" b="1" spc="-50" dirty="0">
                <a:solidFill>
                  <a:srgbClr val="9BC850"/>
                </a:solidFill>
                <a:latin typeface="Arial"/>
                <a:cs typeface="Arial"/>
              </a:rPr>
              <a:t>y</a:t>
            </a:r>
            <a:r>
              <a:rPr sz="3600" b="1" spc="-70" dirty="0">
                <a:solidFill>
                  <a:srgbClr val="9BC850"/>
                </a:solidFill>
                <a:latin typeface="Arial"/>
                <a:cs typeface="Arial"/>
              </a:rPr>
              <a:t> </a:t>
            </a:r>
            <a:r>
              <a:rPr sz="3600" b="1" spc="-275" dirty="0">
                <a:solidFill>
                  <a:srgbClr val="9BC850"/>
                </a:solidFill>
                <a:latin typeface="Arial"/>
                <a:cs typeface="Arial"/>
              </a:rPr>
              <a:t>&amp;</a:t>
            </a:r>
            <a:r>
              <a:rPr sz="3600" b="1" spc="-70" dirty="0">
                <a:solidFill>
                  <a:srgbClr val="9BC850"/>
                </a:solidFill>
                <a:latin typeface="Arial"/>
                <a:cs typeface="Arial"/>
              </a:rPr>
              <a:t> </a:t>
            </a:r>
            <a:r>
              <a:rPr sz="3600" b="1" spc="-90" dirty="0">
                <a:solidFill>
                  <a:srgbClr val="9BC850"/>
                </a:solidFill>
                <a:latin typeface="Arial"/>
                <a:cs typeface="Arial"/>
              </a:rPr>
              <a:t>m</a:t>
            </a:r>
            <a:r>
              <a:rPr sz="3600" b="1" spc="114" dirty="0">
                <a:solidFill>
                  <a:srgbClr val="9BC850"/>
                </a:solidFill>
                <a:latin typeface="Arial"/>
                <a:cs typeface="Arial"/>
              </a:rPr>
              <a:t>e</a:t>
            </a:r>
            <a:r>
              <a:rPr sz="3600" b="1" spc="229" dirty="0">
                <a:solidFill>
                  <a:srgbClr val="9BC850"/>
                </a:solidFill>
                <a:latin typeface="Arial"/>
                <a:cs typeface="Arial"/>
              </a:rPr>
              <a:t>t</a:t>
            </a:r>
            <a:r>
              <a:rPr sz="3600" b="1" spc="-15" dirty="0">
                <a:solidFill>
                  <a:srgbClr val="9BC850"/>
                </a:solidFill>
                <a:latin typeface="Arial"/>
                <a:cs typeface="Arial"/>
              </a:rPr>
              <a:t>h</a:t>
            </a:r>
            <a:r>
              <a:rPr sz="3600" b="1" spc="-45" dirty="0">
                <a:solidFill>
                  <a:srgbClr val="9BC850"/>
                </a:solidFill>
                <a:latin typeface="Arial"/>
                <a:cs typeface="Arial"/>
              </a:rPr>
              <a:t>o</a:t>
            </a:r>
            <a:r>
              <a:rPr sz="3600" b="1" spc="25" dirty="0">
                <a:solidFill>
                  <a:srgbClr val="9BC850"/>
                </a:solidFill>
                <a:latin typeface="Arial"/>
                <a:cs typeface="Arial"/>
              </a:rPr>
              <a:t>d</a:t>
            </a:r>
            <a:endParaRPr sz="36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85258" y="6213259"/>
            <a:ext cx="10943590" cy="3237865"/>
          </a:xfrm>
          <a:prstGeom prst="rect">
            <a:avLst/>
          </a:prstGeom>
          <a:ln w="9525">
            <a:solidFill>
              <a:srgbClr val="2A9FBC"/>
            </a:solidFill>
          </a:ln>
        </p:spPr>
        <p:txBody>
          <a:bodyPr vert="horz" wrap="square" lIns="0" tIns="5715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450"/>
              </a:spcBef>
            </a:pPr>
            <a:r>
              <a:rPr sz="2800" spc="-10" dirty="0">
                <a:latin typeface="Courier New"/>
                <a:cs typeface="Courier New"/>
              </a:rPr>
              <a:t>import</a:t>
            </a:r>
            <a:r>
              <a:rPr sz="2800" spc="-25" dirty="0">
                <a:latin typeface="Courier New"/>
                <a:cs typeface="Courier New"/>
              </a:rPr>
              <a:t> </a:t>
            </a:r>
            <a:r>
              <a:rPr sz="2800" dirty="0">
                <a:latin typeface="Courier New"/>
                <a:cs typeface="Courier New"/>
              </a:rPr>
              <a:t>{</a:t>
            </a:r>
            <a:r>
              <a:rPr sz="2800" spc="-20" dirty="0">
                <a:latin typeface="Courier New"/>
                <a:cs typeface="Courier New"/>
              </a:rPr>
              <a:t> </a:t>
            </a:r>
            <a:r>
              <a:rPr sz="2800" spc="-10" dirty="0">
                <a:latin typeface="Courier New"/>
                <a:cs typeface="Courier New"/>
              </a:rPr>
              <a:t>Component,</a:t>
            </a:r>
            <a:r>
              <a:rPr sz="2800" spc="-20" dirty="0">
                <a:latin typeface="Courier New"/>
                <a:cs typeface="Courier New"/>
              </a:rPr>
              <a:t> </a:t>
            </a:r>
            <a:r>
              <a:rPr sz="2800" spc="-10" dirty="0">
                <a:latin typeface="Courier New"/>
                <a:cs typeface="Courier New"/>
              </a:rPr>
              <a:t>OnInit</a:t>
            </a:r>
            <a:r>
              <a:rPr sz="2800" spc="-20" dirty="0">
                <a:latin typeface="Courier New"/>
                <a:cs typeface="Courier New"/>
              </a:rPr>
              <a:t> </a:t>
            </a:r>
            <a:r>
              <a:rPr sz="2800" dirty="0">
                <a:latin typeface="Courier New"/>
                <a:cs typeface="Courier New"/>
              </a:rPr>
              <a:t>}</a:t>
            </a:r>
            <a:r>
              <a:rPr sz="2800" spc="-25" dirty="0">
                <a:latin typeface="Courier New"/>
                <a:cs typeface="Courier New"/>
              </a:rPr>
              <a:t> </a:t>
            </a:r>
            <a:r>
              <a:rPr sz="2800" spc="-5" dirty="0">
                <a:latin typeface="Courier New"/>
                <a:cs typeface="Courier New"/>
              </a:rPr>
              <a:t>from</a:t>
            </a:r>
            <a:r>
              <a:rPr sz="2800" spc="-20" dirty="0">
                <a:latin typeface="Courier New"/>
                <a:cs typeface="Courier New"/>
              </a:rPr>
              <a:t> </a:t>
            </a:r>
            <a:r>
              <a:rPr sz="2800" spc="-10" dirty="0">
                <a:solidFill>
                  <a:srgbClr val="A31515"/>
                </a:solidFill>
                <a:latin typeface="Courier New"/>
                <a:cs typeface="Courier New"/>
              </a:rPr>
              <a:t>'@angular/core'</a:t>
            </a:r>
            <a:r>
              <a:rPr sz="2800" spc="-10" dirty="0">
                <a:latin typeface="Courier New"/>
                <a:cs typeface="Courier New"/>
              </a:rPr>
              <a:t>;</a:t>
            </a:r>
            <a:endParaRPr sz="2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600">
              <a:latin typeface="Courier New"/>
              <a:cs typeface="Courier New"/>
            </a:endParaRPr>
          </a:p>
          <a:p>
            <a:pPr marL="516255" marR="419734" indent="-425450">
              <a:lnSpc>
                <a:spcPct val="100699"/>
              </a:lnSpc>
            </a:pPr>
            <a:r>
              <a:rPr sz="2800" spc="-10" dirty="0">
                <a:solidFill>
                  <a:srgbClr val="0000FF"/>
                </a:solidFill>
                <a:latin typeface="Courier New"/>
                <a:cs typeface="Courier New"/>
              </a:rPr>
              <a:t>export class </a:t>
            </a:r>
            <a:r>
              <a:rPr sz="2800" spc="-10" dirty="0">
                <a:latin typeface="Courier New"/>
                <a:cs typeface="Courier New"/>
              </a:rPr>
              <a:t>ProductComponent </a:t>
            </a:r>
            <a:r>
              <a:rPr sz="2800" spc="-10" dirty="0">
                <a:solidFill>
                  <a:srgbClr val="0000FF"/>
                </a:solidFill>
                <a:latin typeface="Courier New"/>
                <a:cs typeface="Courier New"/>
              </a:rPr>
              <a:t>implements </a:t>
            </a:r>
            <a:r>
              <a:rPr sz="2800" spc="-10" dirty="0">
                <a:latin typeface="Courier New"/>
                <a:cs typeface="Courier New"/>
              </a:rPr>
              <a:t>OnInit </a:t>
            </a:r>
            <a:r>
              <a:rPr sz="2800" dirty="0">
                <a:latin typeface="Courier New"/>
                <a:cs typeface="Courier New"/>
              </a:rPr>
              <a:t>{ </a:t>
            </a:r>
            <a:r>
              <a:rPr sz="2800" spc="-1670" dirty="0">
                <a:latin typeface="Courier New"/>
                <a:cs typeface="Courier New"/>
              </a:rPr>
              <a:t> </a:t>
            </a:r>
            <a:r>
              <a:rPr sz="2800" spc="-10" dirty="0">
                <a:latin typeface="Courier New"/>
                <a:cs typeface="Courier New"/>
              </a:rPr>
              <a:t>ngOnInit():</a:t>
            </a:r>
            <a:r>
              <a:rPr sz="2800" spc="-15" dirty="0">
                <a:latin typeface="Courier New"/>
                <a:cs typeface="Courier New"/>
              </a:rPr>
              <a:t> </a:t>
            </a:r>
            <a:r>
              <a:rPr sz="2800" spc="-10" dirty="0">
                <a:solidFill>
                  <a:srgbClr val="0000FF"/>
                </a:solidFill>
                <a:latin typeface="Courier New"/>
                <a:cs typeface="Courier New"/>
              </a:rPr>
              <a:t>void</a:t>
            </a:r>
            <a:r>
              <a:rPr sz="2800" spc="-1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2800" dirty="0">
                <a:latin typeface="Courier New"/>
                <a:cs typeface="Courier New"/>
              </a:rPr>
              <a:t>{</a:t>
            </a:r>
            <a:endParaRPr sz="2800">
              <a:latin typeface="Courier New"/>
              <a:cs typeface="Courier New"/>
            </a:endParaRPr>
          </a:p>
          <a:p>
            <a:pPr marL="1793239">
              <a:lnSpc>
                <a:spcPts val="3310"/>
              </a:lnSpc>
            </a:pPr>
            <a:r>
              <a:rPr sz="2800" spc="-10" dirty="0">
                <a:latin typeface="Courier New"/>
                <a:cs typeface="Courier New"/>
              </a:rPr>
              <a:t>console.log('In</a:t>
            </a:r>
            <a:r>
              <a:rPr sz="2800" spc="-70" dirty="0">
                <a:latin typeface="Courier New"/>
                <a:cs typeface="Courier New"/>
              </a:rPr>
              <a:t> </a:t>
            </a:r>
            <a:r>
              <a:rPr sz="2800" spc="-10" dirty="0">
                <a:latin typeface="Courier New"/>
                <a:cs typeface="Courier New"/>
              </a:rPr>
              <a:t>OnInit');</a:t>
            </a:r>
            <a:endParaRPr sz="2800">
              <a:latin typeface="Courier New"/>
              <a:cs typeface="Courier New"/>
            </a:endParaRPr>
          </a:p>
          <a:p>
            <a:pPr marL="516255">
              <a:lnSpc>
                <a:spcPts val="3325"/>
              </a:lnSpc>
              <a:spcBef>
                <a:spcPts val="50"/>
              </a:spcBef>
            </a:pPr>
            <a:r>
              <a:rPr sz="2800" dirty="0">
                <a:latin typeface="Courier New"/>
                <a:cs typeface="Courier New"/>
              </a:rPr>
              <a:t>}</a:t>
            </a:r>
            <a:endParaRPr sz="2800">
              <a:latin typeface="Courier New"/>
              <a:cs typeface="Courier New"/>
            </a:endParaRPr>
          </a:p>
          <a:p>
            <a:pPr marL="90805">
              <a:lnSpc>
                <a:spcPts val="3325"/>
              </a:lnSpc>
            </a:pPr>
            <a:r>
              <a:rPr sz="2800" dirty="0">
                <a:latin typeface="Courier New"/>
                <a:cs typeface="Courier New"/>
              </a:rPr>
              <a:t>}</a:t>
            </a:r>
            <a:endParaRPr sz="2800">
              <a:latin typeface="Courier New"/>
              <a:cs typeface="Courier New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A27C149-87DA-FF09-F668-880A834CA8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809"/>
            <a:ext cx="1143000" cy="5715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6FFAC81-E918-2B1A-96FB-720B729F59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98983" y="0"/>
            <a:ext cx="1152146" cy="55525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3657600" cy="10287000"/>
            <a:chOff x="0" y="0"/>
            <a:chExt cx="3657600" cy="10287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3657600" cy="10287000"/>
            </a:xfrm>
            <a:custGeom>
              <a:avLst/>
              <a:gdLst/>
              <a:ahLst/>
              <a:cxnLst/>
              <a:rect l="l" t="t" r="r" b="b"/>
              <a:pathLst>
                <a:path w="3657600" h="10287000">
                  <a:moveTo>
                    <a:pt x="3657600" y="0"/>
                  </a:moveTo>
                  <a:lnTo>
                    <a:pt x="0" y="0"/>
                  </a:lnTo>
                  <a:lnTo>
                    <a:pt x="0" y="10286999"/>
                  </a:lnTo>
                  <a:lnTo>
                    <a:pt x="3657600" y="10286999"/>
                  </a:lnTo>
                  <a:lnTo>
                    <a:pt x="3657600" y="0"/>
                  </a:lnTo>
                  <a:close/>
                </a:path>
              </a:pathLst>
            </a:custGeom>
            <a:solidFill>
              <a:srgbClr val="9BC8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20736" y="4016010"/>
              <a:ext cx="2689225" cy="2255520"/>
            </a:xfrm>
            <a:custGeom>
              <a:avLst/>
              <a:gdLst/>
              <a:ahLst/>
              <a:cxnLst/>
              <a:rect l="l" t="t" r="r" b="b"/>
              <a:pathLst>
                <a:path w="2689225" h="2255520">
                  <a:moveTo>
                    <a:pt x="2688950" y="0"/>
                  </a:moveTo>
                  <a:lnTo>
                    <a:pt x="0" y="0"/>
                  </a:lnTo>
                  <a:lnTo>
                    <a:pt x="0" y="2254977"/>
                  </a:lnTo>
                  <a:lnTo>
                    <a:pt x="2688950" y="2254977"/>
                  </a:lnTo>
                  <a:lnTo>
                    <a:pt x="26889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20736" y="4016010"/>
              <a:ext cx="2689225" cy="2255520"/>
            </a:xfrm>
            <a:custGeom>
              <a:avLst/>
              <a:gdLst/>
              <a:ahLst/>
              <a:cxnLst/>
              <a:rect l="l" t="t" r="r" b="b"/>
              <a:pathLst>
                <a:path w="2689225" h="2255520">
                  <a:moveTo>
                    <a:pt x="0" y="0"/>
                  </a:moveTo>
                  <a:lnTo>
                    <a:pt x="2688951" y="0"/>
                  </a:lnTo>
                  <a:lnTo>
                    <a:pt x="2688951" y="2254977"/>
                  </a:lnTo>
                  <a:lnTo>
                    <a:pt x="0" y="2254977"/>
                  </a:lnTo>
                  <a:lnTo>
                    <a:pt x="0" y="0"/>
                  </a:lnTo>
                  <a:close/>
                </a:path>
              </a:pathLst>
            </a:custGeom>
            <a:ln w="50800">
              <a:solidFill>
                <a:srgbClr val="9BC8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9004" y="4411124"/>
              <a:ext cx="1872414" cy="1464749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86181" y="374395"/>
            <a:ext cx="3241040" cy="2710815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12700" marR="5080" indent="5715">
              <a:lnSpc>
                <a:spcPct val="97400"/>
              </a:lnSpc>
              <a:spcBef>
                <a:spcPts val="210"/>
              </a:spcBef>
            </a:pPr>
            <a:r>
              <a:rPr sz="3600" b="1" spc="5" dirty="0">
                <a:solidFill>
                  <a:srgbClr val="727272"/>
                </a:solidFill>
                <a:latin typeface="Arial"/>
                <a:cs typeface="Arial"/>
              </a:rPr>
              <a:t>Lifecycle</a:t>
            </a:r>
            <a:r>
              <a:rPr sz="3600" b="1" spc="-140" dirty="0">
                <a:solidFill>
                  <a:srgbClr val="727272"/>
                </a:solidFill>
                <a:latin typeface="Arial"/>
                <a:cs typeface="Arial"/>
              </a:rPr>
              <a:t> </a:t>
            </a:r>
            <a:r>
              <a:rPr sz="3600" b="1" spc="-45" dirty="0">
                <a:solidFill>
                  <a:srgbClr val="727272"/>
                </a:solidFill>
                <a:latin typeface="Arial"/>
                <a:cs typeface="Arial"/>
              </a:rPr>
              <a:t>Hook </a:t>
            </a:r>
            <a:r>
              <a:rPr sz="3600" b="1" spc="-985" dirty="0">
                <a:solidFill>
                  <a:srgbClr val="727272"/>
                </a:solidFill>
                <a:latin typeface="Arial"/>
                <a:cs typeface="Arial"/>
              </a:rPr>
              <a:t> </a:t>
            </a:r>
            <a:r>
              <a:rPr sz="3600" b="1" spc="-40" dirty="0">
                <a:solidFill>
                  <a:srgbClr val="727272"/>
                </a:solidFill>
                <a:latin typeface="Arial"/>
                <a:cs typeface="Arial"/>
              </a:rPr>
              <a:t>Checklist: </a:t>
            </a:r>
            <a:r>
              <a:rPr sz="3600" b="1" spc="-35" dirty="0">
                <a:solidFill>
                  <a:srgbClr val="727272"/>
                </a:solidFill>
                <a:latin typeface="Arial"/>
                <a:cs typeface="Arial"/>
              </a:rPr>
              <a:t> </a:t>
            </a:r>
            <a:r>
              <a:rPr sz="3600" b="1" spc="-75" dirty="0">
                <a:solidFill>
                  <a:srgbClr val="FFFFFF"/>
                </a:solidFill>
                <a:latin typeface="Arial"/>
                <a:cs typeface="Arial"/>
              </a:rPr>
              <a:t>Using </a:t>
            </a:r>
            <a:r>
              <a:rPr sz="36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00" b="1" spc="5" dirty="0">
                <a:solidFill>
                  <a:srgbClr val="FFFFFF"/>
                </a:solidFill>
                <a:latin typeface="Arial"/>
                <a:cs typeface="Arial"/>
              </a:rPr>
              <a:t>Lifecycle </a:t>
            </a:r>
            <a:r>
              <a:rPr sz="3600" b="1" spc="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00" b="1" spc="-100" dirty="0">
                <a:solidFill>
                  <a:srgbClr val="FFFFFF"/>
                </a:solidFill>
                <a:latin typeface="Arial"/>
                <a:cs typeface="Arial"/>
              </a:rPr>
              <a:t>Hooks</a:t>
            </a:r>
            <a:endParaRPr sz="3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72049" y="3507740"/>
            <a:ext cx="8407400" cy="2351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15" dirty="0">
                <a:solidFill>
                  <a:srgbClr val="9BC850"/>
                </a:solidFill>
                <a:latin typeface="Arial"/>
                <a:cs typeface="Arial"/>
              </a:rPr>
              <a:t>Import</a:t>
            </a:r>
            <a:r>
              <a:rPr sz="3600" b="1" spc="-70" dirty="0">
                <a:solidFill>
                  <a:srgbClr val="9BC850"/>
                </a:solidFill>
                <a:latin typeface="Arial"/>
                <a:cs typeface="Arial"/>
              </a:rPr>
              <a:t> </a:t>
            </a:r>
            <a:r>
              <a:rPr sz="3600" b="1" spc="110" dirty="0">
                <a:solidFill>
                  <a:srgbClr val="9BC850"/>
                </a:solidFill>
                <a:latin typeface="Arial"/>
                <a:cs typeface="Arial"/>
              </a:rPr>
              <a:t>the</a:t>
            </a:r>
            <a:r>
              <a:rPr sz="3600" b="1" spc="-65" dirty="0">
                <a:solidFill>
                  <a:srgbClr val="9BC850"/>
                </a:solidFill>
                <a:latin typeface="Arial"/>
                <a:cs typeface="Arial"/>
              </a:rPr>
              <a:t> </a:t>
            </a:r>
            <a:r>
              <a:rPr sz="3600" b="1" spc="15" dirty="0">
                <a:solidFill>
                  <a:srgbClr val="9BC850"/>
                </a:solidFill>
                <a:latin typeface="Arial"/>
                <a:cs typeface="Arial"/>
              </a:rPr>
              <a:t>lifecycle</a:t>
            </a:r>
            <a:r>
              <a:rPr sz="3600" b="1" spc="-65" dirty="0">
                <a:solidFill>
                  <a:srgbClr val="9BC850"/>
                </a:solidFill>
                <a:latin typeface="Arial"/>
                <a:cs typeface="Arial"/>
              </a:rPr>
              <a:t> </a:t>
            </a:r>
            <a:r>
              <a:rPr sz="3600" b="1" spc="-60" dirty="0">
                <a:solidFill>
                  <a:srgbClr val="9BC850"/>
                </a:solidFill>
                <a:latin typeface="Arial"/>
                <a:cs typeface="Arial"/>
              </a:rPr>
              <a:t>hook</a:t>
            </a:r>
            <a:r>
              <a:rPr sz="3600" b="1" spc="-65" dirty="0">
                <a:solidFill>
                  <a:srgbClr val="9BC850"/>
                </a:solidFill>
                <a:latin typeface="Arial"/>
                <a:cs typeface="Arial"/>
              </a:rPr>
              <a:t> </a:t>
            </a:r>
            <a:r>
              <a:rPr sz="3600" b="1" spc="45" dirty="0">
                <a:solidFill>
                  <a:srgbClr val="9BC850"/>
                </a:solidFill>
                <a:latin typeface="Arial"/>
                <a:cs typeface="Arial"/>
              </a:rPr>
              <a:t>interface</a:t>
            </a:r>
            <a:endParaRPr sz="3600">
              <a:latin typeface="Arial"/>
              <a:cs typeface="Arial"/>
            </a:endParaRPr>
          </a:p>
          <a:p>
            <a:pPr marL="12700" marR="5080">
              <a:lnSpc>
                <a:spcPts val="7009"/>
              </a:lnSpc>
              <a:spcBef>
                <a:spcPts val="455"/>
              </a:spcBef>
            </a:pPr>
            <a:r>
              <a:rPr sz="3600" b="1" spc="30" dirty="0">
                <a:solidFill>
                  <a:srgbClr val="9BC850"/>
                </a:solidFill>
                <a:latin typeface="Arial"/>
                <a:cs typeface="Arial"/>
              </a:rPr>
              <a:t>Implement</a:t>
            </a:r>
            <a:r>
              <a:rPr sz="3600" b="1" spc="-75" dirty="0">
                <a:solidFill>
                  <a:srgbClr val="9BC850"/>
                </a:solidFill>
                <a:latin typeface="Arial"/>
                <a:cs typeface="Arial"/>
              </a:rPr>
              <a:t> </a:t>
            </a:r>
            <a:r>
              <a:rPr sz="3600" b="1" spc="110" dirty="0">
                <a:solidFill>
                  <a:srgbClr val="9BC850"/>
                </a:solidFill>
                <a:latin typeface="Arial"/>
                <a:cs typeface="Arial"/>
              </a:rPr>
              <a:t>the</a:t>
            </a:r>
            <a:r>
              <a:rPr sz="3600" b="1" spc="-70" dirty="0">
                <a:solidFill>
                  <a:srgbClr val="9BC850"/>
                </a:solidFill>
                <a:latin typeface="Arial"/>
                <a:cs typeface="Arial"/>
              </a:rPr>
              <a:t> </a:t>
            </a:r>
            <a:r>
              <a:rPr sz="3600" b="1" spc="15" dirty="0">
                <a:solidFill>
                  <a:srgbClr val="9BC850"/>
                </a:solidFill>
                <a:latin typeface="Arial"/>
                <a:cs typeface="Arial"/>
              </a:rPr>
              <a:t>lifecycle</a:t>
            </a:r>
            <a:r>
              <a:rPr sz="3600" b="1" spc="-75" dirty="0">
                <a:solidFill>
                  <a:srgbClr val="9BC850"/>
                </a:solidFill>
                <a:latin typeface="Arial"/>
                <a:cs typeface="Arial"/>
              </a:rPr>
              <a:t> </a:t>
            </a:r>
            <a:r>
              <a:rPr sz="3600" b="1" spc="-60" dirty="0">
                <a:solidFill>
                  <a:srgbClr val="9BC850"/>
                </a:solidFill>
                <a:latin typeface="Arial"/>
                <a:cs typeface="Arial"/>
              </a:rPr>
              <a:t>hook</a:t>
            </a:r>
            <a:r>
              <a:rPr sz="3600" b="1" spc="-70" dirty="0">
                <a:solidFill>
                  <a:srgbClr val="9BC850"/>
                </a:solidFill>
                <a:latin typeface="Arial"/>
                <a:cs typeface="Arial"/>
              </a:rPr>
              <a:t> </a:t>
            </a:r>
            <a:r>
              <a:rPr sz="3600" b="1" spc="45" dirty="0">
                <a:solidFill>
                  <a:srgbClr val="9BC850"/>
                </a:solidFill>
                <a:latin typeface="Arial"/>
                <a:cs typeface="Arial"/>
              </a:rPr>
              <a:t>interface </a:t>
            </a:r>
            <a:r>
              <a:rPr sz="3600" b="1" spc="-985" dirty="0">
                <a:solidFill>
                  <a:srgbClr val="9BC850"/>
                </a:solidFill>
                <a:latin typeface="Arial"/>
                <a:cs typeface="Arial"/>
              </a:rPr>
              <a:t> </a:t>
            </a:r>
            <a:r>
              <a:rPr sz="3600" b="1" spc="30" dirty="0">
                <a:solidFill>
                  <a:srgbClr val="9BC850"/>
                </a:solidFill>
                <a:latin typeface="Arial"/>
                <a:cs typeface="Arial"/>
              </a:rPr>
              <a:t>Write</a:t>
            </a:r>
            <a:r>
              <a:rPr sz="3600" b="1" spc="-65" dirty="0">
                <a:solidFill>
                  <a:srgbClr val="9BC850"/>
                </a:solidFill>
                <a:latin typeface="Arial"/>
                <a:cs typeface="Arial"/>
              </a:rPr>
              <a:t> </a:t>
            </a:r>
            <a:r>
              <a:rPr sz="3600" b="1" spc="40" dirty="0">
                <a:solidFill>
                  <a:srgbClr val="9BC850"/>
                </a:solidFill>
                <a:latin typeface="Arial"/>
                <a:cs typeface="Arial"/>
              </a:rPr>
              <a:t>code</a:t>
            </a:r>
            <a:r>
              <a:rPr sz="3600" b="1" spc="-60" dirty="0">
                <a:solidFill>
                  <a:srgbClr val="9BC850"/>
                </a:solidFill>
                <a:latin typeface="Arial"/>
                <a:cs typeface="Arial"/>
              </a:rPr>
              <a:t> </a:t>
            </a:r>
            <a:r>
              <a:rPr sz="3600" b="1" spc="-10" dirty="0">
                <a:solidFill>
                  <a:srgbClr val="9BC850"/>
                </a:solidFill>
                <a:latin typeface="Arial"/>
                <a:cs typeface="Arial"/>
              </a:rPr>
              <a:t>for</a:t>
            </a:r>
            <a:r>
              <a:rPr sz="3600" b="1" spc="-65" dirty="0">
                <a:solidFill>
                  <a:srgbClr val="9BC850"/>
                </a:solidFill>
                <a:latin typeface="Arial"/>
                <a:cs typeface="Arial"/>
              </a:rPr>
              <a:t> </a:t>
            </a:r>
            <a:r>
              <a:rPr sz="3600" b="1" spc="110" dirty="0">
                <a:solidFill>
                  <a:srgbClr val="9BC850"/>
                </a:solidFill>
                <a:latin typeface="Arial"/>
                <a:cs typeface="Arial"/>
              </a:rPr>
              <a:t>the</a:t>
            </a:r>
            <a:r>
              <a:rPr sz="3600" b="1" spc="-60" dirty="0">
                <a:solidFill>
                  <a:srgbClr val="9BC850"/>
                </a:solidFill>
                <a:latin typeface="Arial"/>
                <a:cs typeface="Arial"/>
              </a:rPr>
              <a:t> hook</a:t>
            </a:r>
            <a:r>
              <a:rPr sz="3600" b="1" spc="-65" dirty="0">
                <a:solidFill>
                  <a:srgbClr val="9BC850"/>
                </a:solidFill>
                <a:latin typeface="Arial"/>
                <a:cs typeface="Arial"/>
              </a:rPr>
              <a:t> </a:t>
            </a:r>
            <a:r>
              <a:rPr sz="3600" b="1" spc="35" dirty="0">
                <a:solidFill>
                  <a:srgbClr val="9BC850"/>
                </a:solidFill>
                <a:latin typeface="Arial"/>
                <a:cs typeface="Arial"/>
              </a:rPr>
              <a:t>method</a:t>
            </a:r>
            <a:endParaRPr sz="36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47680" y="6062946"/>
            <a:ext cx="10943590" cy="3237865"/>
          </a:xfrm>
          <a:prstGeom prst="rect">
            <a:avLst/>
          </a:prstGeom>
          <a:ln w="9525">
            <a:solidFill>
              <a:srgbClr val="2A9FBC"/>
            </a:solidFill>
          </a:ln>
        </p:spPr>
        <p:txBody>
          <a:bodyPr vert="horz" wrap="square" lIns="0" tIns="58419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459"/>
              </a:spcBef>
            </a:pPr>
            <a:r>
              <a:rPr sz="2800" spc="-10" dirty="0">
                <a:latin typeface="Courier New"/>
                <a:cs typeface="Courier New"/>
              </a:rPr>
              <a:t>import</a:t>
            </a:r>
            <a:r>
              <a:rPr sz="2800" spc="-25" dirty="0">
                <a:latin typeface="Courier New"/>
                <a:cs typeface="Courier New"/>
              </a:rPr>
              <a:t> </a:t>
            </a:r>
            <a:r>
              <a:rPr sz="2800" dirty="0">
                <a:latin typeface="Courier New"/>
                <a:cs typeface="Courier New"/>
              </a:rPr>
              <a:t>{</a:t>
            </a:r>
            <a:r>
              <a:rPr sz="2800" spc="-20" dirty="0">
                <a:latin typeface="Courier New"/>
                <a:cs typeface="Courier New"/>
              </a:rPr>
              <a:t> </a:t>
            </a:r>
            <a:r>
              <a:rPr sz="2800" spc="-10" dirty="0">
                <a:latin typeface="Courier New"/>
                <a:cs typeface="Courier New"/>
              </a:rPr>
              <a:t>Component,</a:t>
            </a:r>
            <a:r>
              <a:rPr sz="2800" spc="-20" dirty="0">
                <a:latin typeface="Courier New"/>
                <a:cs typeface="Courier New"/>
              </a:rPr>
              <a:t> </a:t>
            </a:r>
            <a:r>
              <a:rPr sz="2800" spc="-10" dirty="0">
                <a:latin typeface="Courier New"/>
                <a:cs typeface="Courier New"/>
              </a:rPr>
              <a:t>OnInit</a:t>
            </a:r>
            <a:r>
              <a:rPr sz="2800" spc="-20" dirty="0">
                <a:latin typeface="Courier New"/>
                <a:cs typeface="Courier New"/>
              </a:rPr>
              <a:t> </a:t>
            </a:r>
            <a:r>
              <a:rPr sz="2800" dirty="0">
                <a:latin typeface="Courier New"/>
                <a:cs typeface="Courier New"/>
              </a:rPr>
              <a:t>}</a:t>
            </a:r>
            <a:r>
              <a:rPr sz="2800" spc="-25" dirty="0">
                <a:latin typeface="Courier New"/>
                <a:cs typeface="Courier New"/>
              </a:rPr>
              <a:t> </a:t>
            </a:r>
            <a:r>
              <a:rPr sz="2800" spc="-5" dirty="0">
                <a:latin typeface="Courier New"/>
                <a:cs typeface="Courier New"/>
              </a:rPr>
              <a:t>from</a:t>
            </a:r>
            <a:r>
              <a:rPr sz="2800" spc="-20" dirty="0">
                <a:latin typeface="Courier New"/>
                <a:cs typeface="Courier New"/>
              </a:rPr>
              <a:t> </a:t>
            </a:r>
            <a:r>
              <a:rPr sz="2800" spc="-10" dirty="0">
                <a:solidFill>
                  <a:srgbClr val="A31515"/>
                </a:solidFill>
                <a:latin typeface="Courier New"/>
                <a:cs typeface="Courier New"/>
              </a:rPr>
              <a:t>'@angular/core'</a:t>
            </a:r>
            <a:r>
              <a:rPr sz="2800" spc="-10" dirty="0">
                <a:latin typeface="Courier New"/>
                <a:cs typeface="Courier New"/>
              </a:rPr>
              <a:t>;</a:t>
            </a:r>
            <a:endParaRPr sz="28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3600">
              <a:latin typeface="Courier New"/>
              <a:cs typeface="Courier New"/>
            </a:endParaRPr>
          </a:p>
          <a:p>
            <a:pPr marL="516890" marR="419734" indent="-425450">
              <a:lnSpc>
                <a:spcPct val="101400"/>
              </a:lnSpc>
            </a:pPr>
            <a:r>
              <a:rPr sz="2800" spc="-10" dirty="0">
                <a:solidFill>
                  <a:srgbClr val="0000FF"/>
                </a:solidFill>
                <a:latin typeface="Courier New"/>
                <a:cs typeface="Courier New"/>
              </a:rPr>
              <a:t>export class </a:t>
            </a:r>
            <a:r>
              <a:rPr sz="2800" spc="-10" dirty="0">
                <a:latin typeface="Courier New"/>
                <a:cs typeface="Courier New"/>
              </a:rPr>
              <a:t>ProductComponent </a:t>
            </a:r>
            <a:r>
              <a:rPr sz="2800" spc="-10" dirty="0">
                <a:solidFill>
                  <a:srgbClr val="0000FF"/>
                </a:solidFill>
                <a:latin typeface="Courier New"/>
                <a:cs typeface="Courier New"/>
              </a:rPr>
              <a:t>implements </a:t>
            </a:r>
            <a:r>
              <a:rPr sz="2800" spc="-10" dirty="0">
                <a:latin typeface="Courier New"/>
                <a:cs typeface="Courier New"/>
              </a:rPr>
              <a:t>OnInit </a:t>
            </a:r>
            <a:r>
              <a:rPr sz="2800" dirty="0">
                <a:latin typeface="Courier New"/>
                <a:cs typeface="Courier New"/>
              </a:rPr>
              <a:t>{ </a:t>
            </a:r>
            <a:r>
              <a:rPr sz="2800" spc="-1670" dirty="0">
                <a:latin typeface="Courier New"/>
                <a:cs typeface="Courier New"/>
              </a:rPr>
              <a:t> </a:t>
            </a:r>
            <a:r>
              <a:rPr sz="2800" spc="-10" dirty="0">
                <a:latin typeface="Courier New"/>
                <a:cs typeface="Courier New"/>
              </a:rPr>
              <a:t>ngOnInit():</a:t>
            </a:r>
            <a:r>
              <a:rPr sz="2800" spc="-15" dirty="0">
                <a:latin typeface="Courier New"/>
                <a:cs typeface="Courier New"/>
              </a:rPr>
              <a:t> </a:t>
            </a:r>
            <a:r>
              <a:rPr sz="2800" spc="-10" dirty="0">
                <a:solidFill>
                  <a:srgbClr val="0000FF"/>
                </a:solidFill>
                <a:latin typeface="Courier New"/>
                <a:cs typeface="Courier New"/>
              </a:rPr>
              <a:t>void</a:t>
            </a:r>
            <a:r>
              <a:rPr sz="2800" spc="-1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2800" dirty="0">
                <a:latin typeface="Courier New"/>
                <a:cs typeface="Courier New"/>
              </a:rPr>
              <a:t>{</a:t>
            </a:r>
            <a:endParaRPr sz="2800">
              <a:latin typeface="Courier New"/>
              <a:cs typeface="Courier New"/>
            </a:endParaRPr>
          </a:p>
          <a:p>
            <a:pPr marL="1793239">
              <a:lnSpc>
                <a:spcPts val="3310"/>
              </a:lnSpc>
            </a:pPr>
            <a:r>
              <a:rPr sz="2800" spc="-10" dirty="0">
                <a:latin typeface="Courier New"/>
                <a:cs typeface="Courier New"/>
              </a:rPr>
              <a:t>console.log('In</a:t>
            </a:r>
            <a:r>
              <a:rPr sz="2800" spc="-70" dirty="0">
                <a:latin typeface="Courier New"/>
                <a:cs typeface="Courier New"/>
              </a:rPr>
              <a:t> </a:t>
            </a:r>
            <a:r>
              <a:rPr sz="2800" spc="-10" dirty="0">
                <a:latin typeface="Courier New"/>
                <a:cs typeface="Courier New"/>
              </a:rPr>
              <a:t>OnInit');</a:t>
            </a:r>
            <a:endParaRPr sz="2800">
              <a:latin typeface="Courier New"/>
              <a:cs typeface="Courier New"/>
            </a:endParaRPr>
          </a:p>
          <a:p>
            <a:pPr marL="516890">
              <a:lnSpc>
                <a:spcPts val="3335"/>
              </a:lnSpc>
              <a:spcBef>
                <a:spcPts val="25"/>
              </a:spcBef>
            </a:pPr>
            <a:r>
              <a:rPr sz="2800" dirty="0">
                <a:latin typeface="Courier New"/>
                <a:cs typeface="Courier New"/>
              </a:rPr>
              <a:t>}</a:t>
            </a:r>
            <a:endParaRPr sz="2800">
              <a:latin typeface="Courier New"/>
              <a:cs typeface="Courier New"/>
            </a:endParaRPr>
          </a:p>
          <a:p>
            <a:pPr marL="91440">
              <a:lnSpc>
                <a:spcPts val="3335"/>
              </a:lnSpc>
            </a:pPr>
            <a:r>
              <a:rPr sz="2800" dirty="0">
                <a:latin typeface="Courier New"/>
                <a:cs typeface="Courier New"/>
              </a:rPr>
              <a:t>}</a:t>
            </a:r>
            <a:endParaRPr sz="2800">
              <a:latin typeface="Courier New"/>
              <a:cs typeface="Courier New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1B29CC5-A922-30C7-F14F-198F920BE3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809"/>
            <a:ext cx="1143000" cy="5715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755E358-5DA0-61EA-ECD9-4E173FA558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98983" y="0"/>
            <a:ext cx="1152146" cy="55525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94179" y="2962147"/>
            <a:ext cx="2782570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spc="180" dirty="0">
                <a:solidFill>
                  <a:srgbClr val="A62E5C"/>
                </a:solidFill>
                <a:latin typeface="Lucida Sans Unicode"/>
                <a:cs typeface="Lucida Sans Unicode"/>
              </a:rPr>
              <a:t>S</a:t>
            </a:r>
            <a:r>
              <a:rPr sz="6600" spc="15" dirty="0">
                <a:solidFill>
                  <a:srgbClr val="A62E5C"/>
                </a:solidFill>
                <a:latin typeface="Lucida Sans Unicode"/>
                <a:cs typeface="Lucida Sans Unicode"/>
              </a:rPr>
              <a:t>e</a:t>
            </a:r>
            <a:r>
              <a:rPr sz="6600" spc="-405" dirty="0">
                <a:solidFill>
                  <a:srgbClr val="A62E5C"/>
                </a:solidFill>
                <a:latin typeface="Lucida Sans Unicode"/>
                <a:cs typeface="Lucida Sans Unicode"/>
              </a:rPr>
              <a:t>r</a:t>
            </a:r>
            <a:r>
              <a:rPr sz="6600" spc="-150" dirty="0">
                <a:solidFill>
                  <a:srgbClr val="A62E5C"/>
                </a:solidFill>
                <a:latin typeface="Lucida Sans Unicode"/>
                <a:cs typeface="Lucida Sans Unicode"/>
              </a:rPr>
              <a:t>vic</a:t>
            </a:r>
            <a:r>
              <a:rPr sz="6600" spc="15" dirty="0">
                <a:solidFill>
                  <a:srgbClr val="A62E5C"/>
                </a:solidFill>
                <a:latin typeface="Lucida Sans Unicode"/>
                <a:cs typeface="Lucida Sans Unicode"/>
              </a:rPr>
              <a:t>e</a:t>
            </a:r>
            <a:endParaRPr sz="66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94179" y="4365244"/>
            <a:ext cx="10619105" cy="3299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b="1" spc="-220" dirty="0">
                <a:solidFill>
                  <a:srgbClr val="404040"/>
                </a:solidFill>
                <a:latin typeface="Arial"/>
                <a:cs typeface="Arial"/>
              </a:rPr>
              <a:t>A</a:t>
            </a:r>
            <a:r>
              <a:rPr sz="3400" b="1" spc="-6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3400" b="1" spc="70" dirty="0">
                <a:solidFill>
                  <a:srgbClr val="404040"/>
                </a:solidFill>
                <a:latin typeface="Arial"/>
                <a:cs typeface="Arial"/>
              </a:rPr>
              <a:t>c</a:t>
            </a:r>
            <a:r>
              <a:rPr sz="3400" b="1" spc="-65" dirty="0">
                <a:solidFill>
                  <a:srgbClr val="404040"/>
                </a:solidFill>
                <a:latin typeface="Arial"/>
                <a:cs typeface="Arial"/>
              </a:rPr>
              <a:t>l</a:t>
            </a:r>
            <a:r>
              <a:rPr sz="3400" b="1" spc="-30" dirty="0">
                <a:solidFill>
                  <a:srgbClr val="404040"/>
                </a:solidFill>
                <a:latin typeface="Arial"/>
                <a:cs typeface="Arial"/>
              </a:rPr>
              <a:t>a</a:t>
            </a:r>
            <a:r>
              <a:rPr sz="3400" b="1" spc="-245" dirty="0">
                <a:solidFill>
                  <a:srgbClr val="404040"/>
                </a:solidFill>
                <a:latin typeface="Arial"/>
                <a:cs typeface="Arial"/>
              </a:rPr>
              <a:t>ss</a:t>
            </a:r>
            <a:r>
              <a:rPr sz="3400" b="1" spc="-6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3400" b="1" spc="25" dirty="0">
                <a:solidFill>
                  <a:srgbClr val="404040"/>
                </a:solidFill>
                <a:latin typeface="Arial"/>
                <a:cs typeface="Arial"/>
              </a:rPr>
              <a:t>w</a:t>
            </a:r>
            <a:r>
              <a:rPr sz="3400" b="1" spc="-65" dirty="0">
                <a:solidFill>
                  <a:srgbClr val="404040"/>
                </a:solidFill>
                <a:latin typeface="Arial"/>
                <a:cs typeface="Arial"/>
              </a:rPr>
              <a:t>i</a:t>
            </a:r>
            <a:r>
              <a:rPr sz="3400" b="1" spc="215" dirty="0">
                <a:solidFill>
                  <a:srgbClr val="404040"/>
                </a:solidFill>
                <a:latin typeface="Arial"/>
                <a:cs typeface="Arial"/>
              </a:rPr>
              <a:t>t</a:t>
            </a:r>
            <a:r>
              <a:rPr sz="3400" b="1" spc="-20" dirty="0">
                <a:solidFill>
                  <a:srgbClr val="404040"/>
                </a:solidFill>
                <a:latin typeface="Arial"/>
                <a:cs typeface="Arial"/>
              </a:rPr>
              <a:t>h</a:t>
            </a:r>
            <a:r>
              <a:rPr sz="3400" b="1" spc="-6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3400" b="1" spc="-25" dirty="0">
                <a:solidFill>
                  <a:srgbClr val="404040"/>
                </a:solidFill>
                <a:latin typeface="Arial"/>
                <a:cs typeface="Arial"/>
              </a:rPr>
              <a:t>a</a:t>
            </a:r>
            <a:r>
              <a:rPr sz="3400" b="1" spc="-6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3400" b="1" spc="60" dirty="0">
                <a:solidFill>
                  <a:srgbClr val="404040"/>
                </a:solidFill>
                <a:latin typeface="Arial"/>
                <a:cs typeface="Arial"/>
              </a:rPr>
              <a:t>f</a:t>
            </a:r>
            <a:r>
              <a:rPr sz="3400" b="1" spc="-45" dirty="0">
                <a:solidFill>
                  <a:srgbClr val="404040"/>
                </a:solidFill>
                <a:latin typeface="Arial"/>
                <a:cs typeface="Arial"/>
              </a:rPr>
              <a:t>o</a:t>
            </a:r>
            <a:r>
              <a:rPr sz="3400" b="1" spc="70" dirty="0">
                <a:solidFill>
                  <a:srgbClr val="404040"/>
                </a:solidFill>
                <a:latin typeface="Arial"/>
                <a:cs typeface="Arial"/>
              </a:rPr>
              <a:t>c</a:t>
            </a:r>
            <a:r>
              <a:rPr sz="3400" b="1" spc="-10" dirty="0">
                <a:solidFill>
                  <a:srgbClr val="404040"/>
                </a:solidFill>
                <a:latin typeface="Arial"/>
                <a:cs typeface="Arial"/>
              </a:rPr>
              <a:t>u</a:t>
            </a:r>
            <a:r>
              <a:rPr sz="3400" b="1" spc="-245" dirty="0">
                <a:solidFill>
                  <a:srgbClr val="404040"/>
                </a:solidFill>
                <a:latin typeface="Arial"/>
                <a:cs typeface="Arial"/>
              </a:rPr>
              <a:t>s</a:t>
            </a:r>
            <a:r>
              <a:rPr sz="3400" b="1" spc="105" dirty="0">
                <a:solidFill>
                  <a:srgbClr val="404040"/>
                </a:solidFill>
                <a:latin typeface="Arial"/>
                <a:cs typeface="Arial"/>
              </a:rPr>
              <a:t>e</a:t>
            </a:r>
            <a:r>
              <a:rPr sz="3400" b="1" spc="20" dirty="0">
                <a:solidFill>
                  <a:srgbClr val="404040"/>
                </a:solidFill>
                <a:latin typeface="Arial"/>
                <a:cs typeface="Arial"/>
              </a:rPr>
              <a:t>d</a:t>
            </a:r>
            <a:r>
              <a:rPr sz="3400" b="1" spc="-6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3400" b="1" spc="15" dirty="0">
                <a:solidFill>
                  <a:srgbClr val="404040"/>
                </a:solidFill>
                <a:latin typeface="Arial"/>
                <a:cs typeface="Arial"/>
              </a:rPr>
              <a:t>p</a:t>
            </a:r>
            <a:r>
              <a:rPr sz="3400" b="1" spc="-10" dirty="0">
                <a:solidFill>
                  <a:srgbClr val="404040"/>
                </a:solidFill>
                <a:latin typeface="Arial"/>
                <a:cs typeface="Arial"/>
              </a:rPr>
              <a:t>ur</a:t>
            </a:r>
            <a:r>
              <a:rPr sz="3400" b="1" spc="-20" dirty="0">
                <a:solidFill>
                  <a:srgbClr val="404040"/>
                </a:solidFill>
                <a:latin typeface="Arial"/>
                <a:cs typeface="Arial"/>
              </a:rPr>
              <a:t>p</a:t>
            </a:r>
            <a:r>
              <a:rPr sz="3400" b="1" spc="-45" dirty="0">
                <a:solidFill>
                  <a:srgbClr val="404040"/>
                </a:solidFill>
                <a:latin typeface="Arial"/>
                <a:cs typeface="Arial"/>
              </a:rPr>
              <a:t>o</a:t>
            </a:r>
            <a:r>
              <a:rPr sz="3400" b="1" spc="-245" dirty="0">
                <a:solidFill>
                  <a:srgbClr val="404040"/>
                </a:solidFill>
                <a:latin typeface="Arial"/>
                <a:cs typeface="Arial"/>
              </a:rPr>
              <a:t>s</a:t>
            </a:r>
            <a:r>
              <a:rPr sz="3400" b="1" spc="105" dirty="0">
                <a:solidFill>
                  <a:srgbClr val="404040"/>
                </a:solidFill>
                <a:latin typeface="Arial"/>
                <a:cs typeface="Arial"/>
              </a:rPr>
              <a:t>e</a:t>
            </a:r>
            <a:r>
              <a:rPr sz="3400" b="1" spc="-160" dirty="0">
                <a:solidFill>
                  <a:srgbClr val="404040"/>
                </a:solidFill>
                <a:latin typeface="Arial"/>
                <a:cs typeface="Arial"/>
              </a:rPr>
              <a:t>.</a:t>
            </a:r>
            <a:endParaRPr sz="3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615"/>
              </a:spcBef>
            </a:pPr>
            <a:r>
              <a:rPr sz="3400" b="1" spc="-35" dirty="0">
                <a:solidFill>
                  <a:srgbClr val="404040"/>
                </a:solidFill>
                <a:latin typeface="Arial"/>
                <a:cs typeface="Arial"/>
              </a:rPr>
              <a:t>Used</a:t>
            </a:r>
            <a:r>
              <a:rPr sz="3400" b="1" spc="-8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3400" b="1" spc="-10" dirty="0">
                <a:solidFill>
                  <a:srgbClr val="404040"/>
                </a:solidFill>
                <a:latin typeface="Arial"/>
                <a:cs typeface="Arial"/>
              </a:rPr>
              <a:t>for</a:t>
            </a:r>
            <a:r>
              <a:rPr sz="3400" b="1" spc="-7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3400" b="1" spc="15" dirty="0">
                <a:solidFill>
                  <a:srgbClr val="404040"/>
                </a:solidFill>
                <a:latin typeface="Arial"/>
                <a:cs typeface="Arial"/>
              </a:rPr>
              <a:t>features</a:t>
            </a:r>
            <a:r>
              <a:rPr sz="3400" b="1" spc="-7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3400" b="1" spc="-5" dirty="0">
                <a:solidFill>
                  <a:srgbClr val="404040"/>
                </a:solidFill>
                <a:latin typeface="Arial"/>
                <a:cs typeface="Arial"/>
              </a:rPr>
              <a:t>that:</a:t>
            </a:r>
            <a:endParaRPr sz="3400">
              <a:latin typeface="Arial"/>
              <a:cs typeface="Arial"/>
            </a:endParaRPr>
          </a:p>
          <a:p>
            <a:pPr marL="698500" indent="-685800">
              <a:lnSpc>
                <a:spcPct val="100000"/>
              </a:lnSpc>
              <a:spcBef>
                <a:spcPts val="910"/>
              </a:spcBef>
              <a:buSzPct val="76470"/>
              <a:buFont typeface="Arial MT"/>
              <a:buChar char="•"/>
              <a:tabLst>
                <a:tab pos="697865" algn="l"/>
                <a:tab pos="698500" algn="l"/>
              </a:tabLst>
            </a:pPr>
            <a:r>
              <a:rPr sz="3400" b="1" spc="-55" dirty="0">
                <a:solidFill>
                  <a:srgbClr val="404040"/>
                </a:solidFill>
                <a:latin typeface="Arial"/>
                <a:cs typeface="Arial"/>
              </a:rPr>
              <a:t>Are</a:t>
            </a:r>
            <a:r>
              <a:rPr sz="3400" b="1" spc="-5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3400" b="1" spc="40" dirty="0">
                <a:solidFill>
                  <a:srgbClr val="404040"/>
                </a:solidFill>
                <a:latin typeface="Arial"/>
                <a:cs typeface="Arial"/>
              </a:rPr>
              <a:t>independent</a:t>
            </a:r>
            <a:r>
              <a:rPr sz="3400" b="1" spc="-5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3400" b="1" spc="-30" dirty="0">
                <a:solidFill>
                  <a:srgbClr val="404040"/>
                </a:solidFill>
                <a:latin typeface="Arial"/>
                <a:cs typeface="Arial"/>
              </a:rPr>
              <a:t>from</a:t>
            </a:r>
            <a:r>
              <a:rPr sz="3400" b="1" spc="-4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3400" b="1" spc="-35" dirty="0">
                <a:solidFill>
                  <a:srgbClr val="404040"/>
                </a:solidFill>
                <a:latin typeface="Arial"/>
                <a:cs typeface="Arial"/>
              </a:rPr>
              <a:t>any</a:t>
            </a:r>
            <a:r>
              <a:rPr sz="3400" b="1" spc="-4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3400" b="1" dirty="0">
                <a:solidFill>
                  <a:srgbClr val="404040"/>
                </a:solidFill>
                <a:latin typeface="Arial"/>
                <a:cs typeface="Arial"/>
              </a:rPr>
              <a:t>particular</a:t>
            </a:r>
            <a:r>
              <a:rPr sz="3400" b="1" spc="-5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3400" b="1" spc="20" dirty="0">
                <a:solidFill>
                  <a:srgbClr val="404040"/>
                </a:solidFill>
                <a:latin typeface="Arial"/>
                <a:cs typeface="Arial"/>
              </a:rPr>
              <a:t>component</a:t>
            </a:r>
            <a:endParaRPr sz="3400">
              <a:latin typeface="Arial"/>
              <a:cs typeface="Arial"/>
            </a:endParaRPr>
          </a:p>
          <a:p>
            <a:pPr marL="698500" indent="-685800">
              <a:lnSpc>
                <a:spcPct val="100000"/>
              </a:lnSpc>
              <a:spcBef>
                <a:spcPts val="940"/>
              </a:spcBef>
              <a:buSzPct val="76470"/>
              <a:buFont typeface="Arial MT"/>
              <a:buChar char="•"/>
              <a:tabLst>
                <a:tab pos="697865" algn="l"/>
                <a:tab pos="698500" algn="l"/>
              </a:tabLst>
            </a:pPr>
            <a:r>
              <a:rPr sz="3400" b="1" spc="-30" dirty="0">
                <a:solidFill>
                  <a:srgbClr val="404040"/>
                </a:solidFill>
                <a:latin typeface="Arial"/>
                <a:cs typeface="Arial"/>
              </a:rPr>
              <a:t>Provide</a:t>
            </a:r>
            <a:r>
              <a:rPr sz="3400" b="1" spc="-6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3400" b="1" spc="-35" dirty="0">
                <a:solidFill>
                  <a:srgbClr val="404040"/>
                </a:solidFill>
                <a:latin typeface="Arial"/>
                <a:cs typeface="Arial"/>
              </a:rPr>
              <a:t>shared</a:t>
            </a:r>
            <a:r>
              <a:rPr sz="3400" b="1" spc="-6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3400" b="1" spc="20" dirty="0">
                <a:solidFill>
                  <a:srgbClr val="404040"/>
                </a:solidFill>
                <a:latin typeface="Arial"/>
                <a:cs typeface="Arial"/>
              </a:rPr>
              <a:t>data</a:t>
            </a:r>
            <a:r>
              <a:rPr sz="3400" b="1" spc="-7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3400" b="1" spc="-50" dirty="0">
                <a:solidFill>
                  <a:srgbClr val="404040"/>
                </a:solidFill>
                <a:latin typeface="Arial"/>
                <a:cs typeface="Arial"/>
              </a:rPr>
              <a:t>or</a:t>
            </a:r>
            <a:r>
              <a:rPr sz="3400" b="1" spc="-6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3400" b="1" spc="-20" dirty="0">
                <a:solidFill>
                  <a:srgbClr val="404040"/>
                </a:solidFill>
                <a:latin typeface="Arial"/>
                <a:cs typeface="Arial"/>
              </a:rPr>
              <a:t>logic</a:t>
            </a:r>
            <a:r>
              <a:rPr sz="3400" b="1" spc="-6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3400" b="1" spc="-90" dirty="0">
                <a:solidFill>
                  <a:srgbClr val="404040"/>
                </a:solidFill>
                <a:latin typeface="Arial"/>
                <a:cs typeface="Arial"/>
              </a:rPr>
              <a:t>across</a:t>
            </a:r>
            <a:r>
              <a:rPr sz="3400" b="1" spc="-6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3400" b="1" spc="-10" dirty="0">
                <a:solidFill>
                  <a:srgbClr val="404040"/>
                </a:solidFill>
                <a:latin typeface="Arial"/>
                <a:cs typeface="Arial"/>
              </a:rPr>
              <a:t>components</a:t>
            </a:r>
            <a:endParaRPr sz="3400">
              <a:latin typeface="Arial"/>
              <a:cs typeface="Arial"/>
            </a:endParaRPr>
          </a:p>
          <a:p>
            <a:pPr marL="698500" indent="-685800">
              <a:lnSpc>
                <a:spcPct val="100000"/>
              </a:lnSpc>
              <a:spcBef>
                <a:spcPts val="910"/>
              </a:spcBef>
              <a:buSzPct val="76470"/>
              <a:buFont typeface="Arial MT"/>
              <a:buChar char="•"/>
              <a:tabLst>
                <a:tab pos="697865" algn="l"/>
                <a:tab pos="698500" algn="l"/>
              </a:tabLst>
            </a:pPr>
            <a:r>
              <a:rPr sz="3400" b="1" spc="-20" dirty="0">
                <a:solidFill>
                  <a:srgbClr val="404040"/>
                </a:solidFill>
                <a:latin typeface="Arial"/>
                <a:cs typeface="Arial"/>
              </a:rPr>
              <a:t>Encapsulate</a:t>
            </a:r>
            <a:r>
              <a:rPr sz="3400" b="1" spc="-6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3400" b="1" spc="10" dirty="0">
                <a:solidFill>
                  <a:srgbClr val="404040"/>
                </a:solidFill>
                <a:latin typeface="Arial"/>
                <a:cs typeface="Arial"/>
              </a:rPr>
              <a:t>external</a:t>
            </a:r>
            <a:r>
              <a:rPr sz="3400" b="1" spc="-5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3400" b="1" dirty="0">
                <a:solidFill>
                  <a:srgbClr val="404040"/>
                </a:solidFill>
                <a:latin typeface="Arial"/>
                <a:cs typeface="Arial"/>
              </a:rPr>
              <a:t>interactions</a:t>
            </a:r>
            <a:endParaRPr sz="3400">
              <a:latin typeface="Arial"/>
              <a:cs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D2EBA2-E4AB-28B2-B580-852F08D903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809"/>
            <a:ext cx="1143000" cy="571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9A84863-54C6-A288-B36E-6BF6597DCF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98983" y="0"/>
            <a:ext cx="1152146" cy="55525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94179" y="2962147"/>
            <a:ext cx="8272145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spc="-484" dirty="0">
                <a:solidFill>
                  <a:srgbClr val="A62E5C"/>
                </a:solidFill>
                <a:latin typeface="Lucida Sans Unicode"/>
                <a:cs typeface="Lucida Sans Unicode"/>
              </a:rPr>
              <a:t>D</a:t>
            </a:r>
            <a:r>
              <a:rPr sz="6600" spc="15" dirty="0">
                <a:solidFill>
                  <a:srgbClr val="A62E5C"/>
                </a:solidFill>
                <a:latin typeface="Lucida Sans Unicode"/>
                <a:cs typeface="Lucida Sans Unicode"/>
              </a:rPr>
              <a:t>e</a:t>
            </a:r>
            <a:r>
              <a:rPr sz="6600" spc="-235" dirty="0">
                <a:solidFill>
                  <a:srgbClr val="A62E5C"/>
                </a:solidFill>
                <a:latin typeface="Lucida Sans Unicode"/>
                <a:cs typeface="Lucida Sans Unicode"/>
              </a:rPr>
              <a:t>p</a:t>
            </a:r>
            <a:r>
              <a:rPr sz="6600" spc="15" dirty="0">
                <a:solidFill>
                  <a:srgbClr val="A62E5C"/>
                </a:solidFill>
                <a:latin typeface="Lucida Sans Unicode"/>
                <a:cs typeface="Lucida Sans Unicode"/>
              </a:rPr>
              <a:t>e</a:t>
            </a:r>
            <a:r>
              <a:rPr sz="6600" spc="-290" dirty="0">
                <a:solidFill>
                  <a:srgbClr val="A62E5C"/>
                </a:solidFill>
                <a:latin typeface="Lucida Sans Unicode"/>
                <a:cs typeface="Lucida Sans Unicode"/>
              </a:rPr>
              <a:t>n</a:t>
            </a:r>
            <a:r>
              <a:rPr sz="6600" spc="-235" dirty="0">
                <a:solidFill>
                  <a:srgbClr val="A62E5C"/>
                </a:solidFill>
                <a:latin typeface="Lucida Sans Unicode"/>
                <a:cs typeface="Lucida Sans Unicode"/>
              </a:rPr>
              <a:t>d</a:t>
            </a:r>
            <a:r>
              <a:rPr sz="6600" spc="15" dirty="0">
                <a:solidFill>
                  <a:srgbClr val="A62E5C"/>
                </a:solidFill>
                <a:latin typeface="Lucida Sans Unicode"/>
                <a:cs typeface="Lucida Sans Unicode"/>
              </a:rPr>
              <a:t>e</a:t>
            </a:r>
            <a:r>
              <a:rPr sz="6600" spc="-290" dirty="0">
                <a:solidFill>
                  <a:srgbClr val="A62E5C"/>
                </a:solidFill>
                <a:latin typeface="Lucida Sans Unicode"/>
                <a:cs typeface="Lucida Sans Unicode"/>
              </a:rPr>
              <a:t>n</a:t>
            </a:r>
            <a:r>
              <a:rPr sz="6600" spc="120" dirty="0">
                <a:solidFill>
                  <a:srgbClr val="A62E5C"/>
                </a:solidFill>
                <a:latin typeface="Lucida Sans Unicode"/>
                <a:cs typeface="Lucida Sans Unicode"/>
              </a:rPr>
              <a:t>c</a:t>
            </a:r>
            <a:r>
              <a:rPr sz="6600" spc="-170" dirty="0">
                <a:solidFill>
                  <a:srgbClr val="A62E5C"/>
                </a:solidFill>
                <a:latin typeface="Lucida Sans Unicode"/>
                <a:cs typeface="Lucida Sans Unicode"/>
              </a:rPr>
              <a:t>y</a:t>
            </a:r>
            <a:r>
              <a:rPr sz="6600" spc="-495" dirty="0">
                <a:solidFill>
                  <a:srgbClr val="A62E5C"/>
                </a:solidFill>
                <a:latin typeface="Lucida Sans Unicode"/>
                <a:cs typeface="Lucida Sans Unicode"/>
              </a:rPr>
              <a:t> </a:t>
            </a:r>
            <a:r>
              <a:rPr sz="6600" spc="-229" dirty="0">
                <a:solidFill>
                  <a:srgbClr val="A62E5C"/>
                </a:solidFill>
                <a:latin typeface="Lucida Sans Unicode"/>
                <a:cs typeface="Lucida Sans Unicode"/>
              </a:rPr>
              <a:t>I</a:t>
            </a:r>
            <a:r>
              <a:rPr sz="6600" spc="-290" dirty="0">
                <a:solidFill>
                  <a:srgbClr val="A62E5C"/>
                </a:solidFill>
                <a:latin typeface="Lucida Sans Unicode"/>
                <a:cs typeface="Lucida Sans Unicode"/>
              </a:rPr>
              <a:t>nje</a:t>
            </a:r>
            <a:r>
              <a:rPr sz="6600" spc="200" dirty="0">
                <a:solidFill>
                  <a:srgbClr val="A62E5C"/>
                </a:solidFill>
                <a:latin typeface="Lucida Sans Unicode"/>
                <a:cs typeface="Lucida Sans Unicode"/>
              </a:rPr>
              <a:t>c</a:t>
            </a:r>
            <a:r>
              <a:rPr sz="6600" spc="-310" dirty="0">
                <a:solidFill>
                  <a:srgbClr val="A62E5C"/>
                </a:solidFill>
                <a:latin typeface="Lucida Sans Unicode"/>
                <a:cs typeface="Lucida Sans Unicode"/>
              </a:rPr>
              <a:t>tio</a:t>
            </a:r>
            <a:r>
              <a:rPr sz="6600" spc="-290" dirty="0">
                <a:solidFill>
                  <a:srgbClr val="A62E5C"/>
                </a:solidFill>
                <a:latin typeface="Lucida Sans Unicode"/>
                <a:cs typeface="Lucida Sans Unicode"/>
              </a:rPr>
              <a:t>n</a:t>
            </a:r>
            <a:endParaRPr sz="6600">
              <a:latin typeface="Lucida Sans Unicode"/>
              <a:cs typeface="Lucida Sans Unicod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94179" y="4365244"/>
            <a:ext cx="14035405" cy="1570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>
              <a:lnSpc>
                <a:spcPct val="99100"/>
              </a:lnSpc>
              <a:spcBef>
                <a:spcPts val="135"/>
              </a:spcBef>
            </a:pPr>
            <a:r>
              <a:rPr sz="3400" b="1" spc="-220" dirty="0">
                <a:solidFill>
                  <a:srgbClr val="404040"/>
                </a:solidFill>
                <a:latin typeface="Arial"/>
                <a:cs typeface="Arial"/>
              </a:rPr>
              <a:t>A</a:t>
            </a:r>
            <a:r>
              <a:rPr sz="3400" b="1" spc="-6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3400" b="1" spc="-5" dirty="0">
                <a:solidFill>
                  <a:srgbClr val="404040"/>
                </a:solidFill>
                <a:latin typeface="Arial"/>
                <a:cs typeface="Arial"/>
              </a:rPr>
              <a:t>coding</a:t>
            </a:r>
            <a:r>
              <a:rPr sz="3400" b="1" spc="-6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3400" b="1" spc="50" dirty="0">
                <a:solidFill>
                  <a:srgbClr val="404040"/>
                </a:solidFill>
                <a:latin typeface="Arial"/>
                <a:cs typeface="Arial"/>
              </a:rPr>
              <a:t>pattern</a:t>
            </a:r>
            <a:r>
              <a:rPr sz="3400" b="1" spc="-5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3400" b="1" spc="-40" dirty="0">
                <a:solidFill>
                  <a:srgbClr val="404040"/>
                </a:solidFill>
                <a:latin typeface="Arial"/>
                <a:cs typeface="Arial"/>
              </a:rPr>
              <a:t>in</a:t>
            </a:r>
            <a:r>
              <a:rPr sz="3400" b="1" spc="-5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3400" b="1" dirty="0">
                <a:solidFill>
                  <a:srgbClr val="404040"/>
                </a:solidFill>
                <a:latin typeface="Arial"/>
                <a:cs typeface="Arial"/>
              </a:rPr>
              <a:t>which</a:t>
            </a:r>
            <a:r>
              <a:rPr sz="3400" b="1" spc="-5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3400" b="1" spc="-25" dirty="0">
                <a:solidFill>
                  <a:srgbClr val="404040"/>
                </a:solidFill>
                <a:latin typeface="Arial"/>
                <a:cs typeface="Arial"/>
              </a:rPr>
              <a:t>a</a:t>
            </a:r>
            <a:r>
              <a:rPr sz="3400" b="1" spc="-6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3400" b="1" spc="-105" dirty="0">
                <a:solidFill>
                  <a:srgbClr val="404040"/>
                </a:solidFill>
                <a:latin typeface="Arial"/>
                <a:cs typeface="Arial"/>
              </a:rPr>
              <a:t>class</a:t>
            </a:r>
            <a:r>
              <a:rPr sz="3400" b="1" spc="-5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3400" b="1" spc="-5" dirty="0">
                <a:solidFill>
                  <a:srgbClr val="404040"/>
                </a:solidFill>
                <a:latin typeface="Arial"/>
                <a:cs typeface="Arial"/>
              </a:rPr>
              <a:t>receives</a:t>
            </a:r>
            <a:r>
              <a:rPr sz="3400" b="1" spc="-5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3400" b="1" spc="100" dirty="0">
                <a:solidFill>
                  <a:srgbClr val="404040"/>
                </a:solidFill>
                <a:latin typeface="Arial"/>
                <a:cs typeface="Arial"/>
              </a:rPr>
              <a:t>the</a:t>
            </a:r>
            <a:r>
              <a:rPr sz="3400" b="1" spc="-5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3400" b="1" spc="-30" dirty="0">
                <a:solidFill>
                  <a:srgbClr val="404040"/>
                </a:solidFill>
                <a:latin typeface="Arial"/>
                <a:cs typeface="Arial"/>
              </a:rPr>
              <a:t>instances</a:t>
            </a:r>
            <a:r>
              <a:rPr sz="3400" b="1" spc="-5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3400" b="1" spc="10" dirty="0">
                <a:solidFill>
                  <a:srgbClr val="404040"/>
                </a:solidFill>
                <a:latin typeface="Arial"/>
                <a:cs typeface="Arial"/>
              </a:rPr>
              <a:t>of</a:t>
            </a:r>
            <a:r>
              <a:rPr sz="3400" b="1" spc="-5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3400" b="1" dirty="0">
                <a:solidFill>
                  <a:srgbClr val="404040"/>
                </a:solidFill>
                <a:latin typeface="Arial"/>
                <a:cs typeface="Arial"/>
              </a:rPr>
              <a:t>objects</a:t>
            </a:r>
            <a:r>
              <a:rPr sz="3400" b="1" spc="-5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3400" b="1" spc="80" dirty="0">
                <a:solidFill>
                  <a:srgbClr val="404040"/>
                </a:solidFill>
                <a:latin typeface="Arial"/>
                <a:cs typeface="Arial"/>
              </a:rPr>
              <a:t>it </a:t>
            </a:r>
            <a:r>
              <a:rPr sz="3400" b="1" spc="-93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3400" b="1" spc="-10" dirty="0">
                <a:solidFill>
                  <a:srgbClr val="404040"/>
                </a:solidFill>
                <a:latin typeface="Arial"/>
                <a:cs typeface="Arial"/>
              </a:rPr>
              <a:t>needs </a:t>
            </a:r>
            <a:r>
              <a:rPr sz="3400" b="1" spc="10" dirty="0">
                <a:solidFill>
                  <a:srgbClr val="404040"/>
                </a:solidFill>
                <a:latin typeface="Arial"/>
                <a:cs typeface="Arial"/>
              </a:rPr>
              <a:t>(called </a:t>
            </a:r>
            <a:r>
              <a:rPr sz="3400" b="1" spc="15" dirty="0">
                <a:solidFill>
                  <a:srgbClr val="A62E5C"/>
                </a:solidFill>
                <a:latin typeface="Arial"/>
                <a:cs typeface="Arial"/>
              </a:rPr>
              <a:t>dependencies</a:t>
            </a:r>
            <a:r>
              <a:rPr sz="3400" b="1" spc="15" dirty="0">
                <a:solidFill>
                  <a:srgbClr val="404040"/>
                </a:solidFill>
                <a:latin typeface="Arial"/>
                <a:cs typeface="Arial"/>
              </a:rPr>
              <a:t>) </a:t>
            </a:r>
            <a:r>
              <a:rPr sz="3400" b="1" spc="-30" dirty="0">
                <a:solidFill>
                  <a:srgbClr val="404040"/>
                </a:solidFill>
                <a:latin typeface="Arial"/>
                <a:cs typeface="Arial"/>
              </a:rPr>
              <a:t>from </a:t>
            </a:r>
            <a:r>
              <a:rPr sz="3400" b="1" spc="-25" dirty="0">
                <a:solidFill>
                  <a:srgbClr val="404040"/>
                </a:solidFill>
                <a:latin typeface="Arial"/>
                <a:cs typeface="Arial"/>
              </a:rPr>
              <a:t>an </a:t>
            </a:r>
            <a:r>
              <a:rPr sz="3400" b="1" spc="10" dirty="0">
                <a:solidFill>
                  <a:srgbClr val="404040"/>
                </a:solidFill>
                <a:latin typeface="Arial"/>
                <a:cs typeface="Arial"/>
              </a:rPr>
              <a:t>external </a:t>
            </a:r>
            <a:r>
              <a:rPr sz="3400" b="1" spc="-30" dirty="0">
                <a:solidFill>
                  <a:srgbClr val="404040"/>
                </a:solidFill>
                <a:latin typeface="Arial"/>
                <a:cs typeface="Arial"/>
              </a:rPr>
              <a:t>source </a:t>
            </a:r>
            <a:r>
              <a:rPr sz="3400" b="1" spc="20" dirty="0">
                <a:solidFill>
                  <a:srgbClr val="404040"/>
                </a:solidFill>
                <a:latin typeface="Arial"/>
                <a:cs typeface="Arial"/>
              </a:rPr>
              <a:t>rather </a:t>
            </a:r>
            <a:r>
              <a:rPr sz="3400" b="1" spc="35" dirty="0">
                <a:solidFill>
                  <a:srgbClr val="404040"/>
                </a:solidFill>
                <a:latin typeface="Arial"/>
                <a:cs typeface="Arial"/>
              </a:rPr>
              <a:t>than </a:t>
            </a:r>
            <a:r>
              <a:rPr sz="3400" b="1" spc="4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3400" b="1" spc="20" dirty="0">
                <a:solidFill>
                  <a:srgbClr val="404040"/>
                </a:solidFill>
                <a:latin typeface="Arial"/>
                <a:cs typeface="Arial"/>
              </a:rPr>
              <a:t>creating</a:t>
            </a:r>
            <a:r>
              <a:rPr sz="3400" b="1" spc="-70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3400" b="1" spc="55" dirty="0">
                <a:solidFill>
                  <a:srgbClr val="404040"/>
                </a:solidFill>
                <a:latin typeface="Arial"/>
                <a:cs typeface="Arial"/>
              </a:rPr>
              <a:t>them</a:t>
            </a:r>
            <a:r>
              <a:rPr sz="3400" b="1" spc="-55" dirty="0">
                <a:solidFill>
                  <a:srgbClr val="404040"/>
                </a:solidFill>
                <a:latin typeface="Arial"/>
                <a:cs typeface="Arial"/>
              </a:rPr>
              <a:t> </a:t>
            </a:r>
            <a:r>
              <a:rPr sz="3400" b="1" spc="-40" dirty="0">
                <a:solidFill>
                  <a:srgbClr val="404040"/>
                </a:solidFill>
                <a:latin typeface="Arial"/>
                <a:cs typeface="Arial"/>
              </a:rPr>
              <a:t>itself.</a:t>
            </a:r>
            <a:endParaRPr sz="3400">
              <a:latin typeface="Arial"/>
              <a:cs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CBB1E9-153A-4C11-8358-E5C9F340E8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809"/>
            <a:ext cx="1143000" cy="571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0AA461E-139E-3EA8-6756-B996E1DE57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98983" y="0"/>
            <a:ext cx="1152146" cy="55525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3657600" cy="10287000"/>
            <a:chOff x="0" y="0"/>
            <a:chExt cx="3657600" cy="10287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3657600" cy="10287000"/>
            </a:xfrm>
            <a:custGeom>
              <a:avLst/>
              <a:gdLst/>
              <a:ahLst/>
              <a:cxnLst/>
              <a:rect l="l" t="t" r="r" b="b"/>
              <a:pathLst>
                <a:path w="3657600" h="10287000">
                  <a:moveTo>
                    <a:pt x="3657600" y="0"/>
                  </a:moveTo>
                  <a:lnTo>
                    <a:pt x="0" y="0"/>
                  </a:lnTo>
                  <a:lnTo>
                    <a:pt x="0" y="10286999"/>
                  </a:lnTo>
                  <a:lnTo>
                    <a:pt x="3657600" y="10286999"/>
                  </a:lnTo>
                  <a:lnTo>
                    <a:pt x="3657600" y="0"/>
                  </a:lnTo>
                  <a:close/>
                </a:path>
              </a:pathLst>
            </a:custGeom>
            <a:solidFill>
              <a:srgbClr val="9BC8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20736" y="4016010"/>
              <a:ext cx="2689225" cy="2255520"/>
            </a:xfrm>
            <a:custGeom>
              <a:avLst/>
              <a:gdLst/>
              <a:ahLst/>
              <a:cxnLst/>
              <a:rect l="l" t="t" r="r" b="b"/>
              <a:pathLst>
                <a:path w="2689225" h="2255520">
                  <a:moveTo>
                    <a:pt x="2688950" y="0"/>
                  </a:moveTo>
                  <a:lnTo>
                    <a:pt x="0" y="0"/>
                  </a:lnTo>
                  <a:lnTo>
                    <a:pt x="0" y="2254977"/>
                  </a:lnTo>
                  <a:lnTo>
                    <a:pt x="2688950" y="2254977"/>
                  </a:lnTo>
                  <a:lnTo>
                    <a:pt x="26889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20736" y="4016010"/>
              <a:ext cx="2689225" cy="2255520"/>
            </a:xfrm>
            <a:custGeom>
              <a:avLst/>
              <a:gdLst/>
              <a:ahLst/>
              <a:cxnLst/>
              <a:rect l="l" t="t" r="r" b="b"/>
              <a:pathLst>
                <a:path w="2689225" h="2255520">
                  <a:moveTo>
                    <a:pt x="0" y="0"/>
                  </a:moveTo>
                  <a:lnTo>
                    <a:pt x="2688951" y="0"/>
                  </a:lnTo>
                  <a:lnTo>
                    <a:pt x="2688951" y="2254977"/>
                  </a:lnTo>
                  <a:lnTo>
                    <a:pt x="0" y="2254977"/>
                  </a:lnTo>
                  <a:lnTo>
                    <a:pt x="0" y="0"/>
                  </a:lnTo>
                  <a:close/>
                </a:path>
              </a:pathLst>
            </a:custGeom>
            <a:ln w="50800">
              <a:solidFill>
                <a:srgbClr val="9BC8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9004" y="4411124"/>
              <a:ext cx="1872414" cy="1464749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86181" y="374395"/>
            <a:ext cx="2181860" cy="216535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 marR="5080" indent="5715">
              <a:lnSpc>
                <a:spcPct val="96700"/>
              </a:lnSpc>
              <a:spcBef>
                <a:spcPts val="240"/>
              </a:spcBef>
            </a:pPr>
            <a:r>
              <a:rPr sz="3600" b="1" spc="-15" dirty="0">
                <a:solidFill>
                  <a:srgbClr val="727272"/>
                </a:solidFill>
                <a:latin typeface="Arial"/>
                <a:cs typeface="Arial"/>
              </a:rPr>
              <a:t>Service </a:t>
            </a:r>
            <a:r>
              <a:rPr sz="3600" b="1" spc="-10" dirty="0">
                <a:solidFill>
                  <a:srgbClr val="727272"/>
                </a:solidFill>
                <a:latin typeface="Arial"/>
                <a:cs typeface="Arial"/>
              </a:rPr>
              <a:t> </a:t>
            </a:r>
            <a:r>
              <a:rPr sz="3600" b="1" spc="-40" dirty="0">
                <a:solidFill>
                  <a:srgbClr val="727272"/>
                </a:solidFill>
                <a:latin typeface="Arial"/>
                <a:cs typeface="Arial"/>
              </a:rPr>
              <a:t>Checklist: </a:t>
            </a:r>
            <a:r>
              <a:rPr sz="3600" b="1" spc="-990" dirty="0">
                <a:solidFill>
                  <a:srgbClr val="727272"/>
                </a:solidFill>
                <a:latin typeface="Arial"/>
                <a:cs typeface="Arial"/>
              </a:rPr>
              <a:t> </a:t>
            </a:r>
            <a:r>
              <a:rPr sz="3600" b="1" spc="-55" dirty="0">
                <a:solidFill>
                  <a:srgbClr val="FFFFFF"/>
                </a:solidFill>
                <a:latin typeface="Arial"/>
                <a:cs typeface="Arial"/>
              </a:rPr>
              <a:t>Building </a:t>
            </a:r>
            <a:r>
              <a:rPr sz="3600" b="1" spc="-30" dirty="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sz="3600" b="1" spc="-9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00" b="1" spc="-15" dirty="0">
                <a:solidFill>
                  <a:srgbClr val="FFFFFF"/>
                </a:solidFill>
                <a:latin typeface="Arial"/>
                <a:cs typeface="Arial"/>
              </a:rPr>
              <a:t>Service</a:t>
            </a:r>
            <a:endParaRPr sz="3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72049" y="1413764"/>
            <a:ext cx="7362825" cy="56432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310"/>
              </a:lnSpc>
              <a:spcBef>
                <a:spcPts val="100"/>
              </a:spcBef>
            </a:pPr>
            <a:r>
              <a:rPr sz="3600" b="1" spc="-15" dirty="0">
                <a:solidFill>
                  <a:srgbClr val="9BC850"/>
                </a:solidFill>
                <a:latin typeface="Arial"/>
                <a:cs typeface="Arial"/>
              </a:rPr>
              <a:t>Service</a:t>
            </a:r>
            <a:r>
              <a:rPr sz="3600" b="1" spc="-100" dirty="0">
                <a:solidFill>
                  <a:srgbClr val="9BC850"/>
                </a:solidFill>
                <a:latin typeface="Arial"/>
                <a:cs typeface="Arial"/>
              </a:rPr>
              <a:t> </a:t>
            </a:r>
            <a:r>
              <a:rPr sz="3600" b="1" spc="-110" dirty="0">
                <a:solidFill>
                  <a:srgbClr val="9BC850"/>
                </a:solidFill>
                <a:latin typeface="Arial"/>
                <a:cs typeface="Arial"/>
              </a:rPr>
              <a:t>class</a:t>
            </a:r>
            <a:endParaRPr sz="3600">
              <a:latin typeface="Arial"/>
              <a:cs typeface="Arial"/>
            </a:endParaRPr>
          </a:p>
          <a:p>
            <a:pPr marL="797560" indent="-433705">
              <a:lnSpc>
                <a:spcPts val="4310"/>
              </a:lnSpc>
              <a:buSzPct val="75000"/>
              <a:buFont typeface="Lucida Sans Unicode"/>
              <a:buChar char="-"/>
              <a:tabLst>
                <a:tab pos="797560" algn="l"/>
                <a:tab pos="798195" algn="l"/>
              </a:tabLst>
            </a:pPr>
            <a:r>
              <a:rPr sz="3600" b="1" spc="10" dirty="0">
                <a:solidFill>
                  <a:srgbClr val="9BC850"/>
                </a:solidFill>
                <a:latin typeface="Arial"/>
                <a:cs typeface="Arial"/>
              </a:rPr>
              <a:t>Clear</a:t>
            </a:r>
            <a:r>
              <a:rPr sz="3600" b="1" spc="-105" dirty="0">
                <a:solidFill>
                  <a:srgbClr val="9BC850"/>
                </a:solidFill>
                <a:latin typeface="Arial"/>
                <a:cs typeface="Arial"/>
              </a:rPr>
              <a:t> </a:t>
            </a:r>
            <a:r>
              <a:rPr sz="3600" b="1" spc="-5" dirty="0">
                <a:solidFill>
                  <a:srgbClr val="9BC850"/>
                </a:solidFill>
                <a:latin typeface="Arial"/>
                <a:cs typeface="Arial"/>
              </a:rPr>
              <a:t>name</a:t>
            </a:r>
            <a:endParaRPr sz="3600">
              <a:latin typeface="Arial"/>
              <a:cs typeface="Arial"/>
            </a:endParaRPr>
          </a:p>
          <a:p>
            <a:pPr marL="797560" indent="-433705">
              <a:lnSpc>
                <a:spcPts val="4310"/>
              </a:lnSpc>
              <a:buSzPct val="75000"/>
              <a:buFont typeface="Lucida Sans Unicode"/>
              <a:buChar char="-"/>
              <a:tabLst>
                <a:tab pos="797560" algn="l"/>
                <a:tab pos="798195" algn="l"/>
              </a:tabLst>
            </a:pPr>
            <a:r>
              <a:rPr sz="3600" b="1" spc="-55" dirty="0">
                <a:solidFill>
                  <a:srgbClr val="9BC850"/>
                </a:solidFill>
                <a:latin typeface="Arial"/>
                <a:cs typeface="Arial"/>
              </a:rPr>
              <a:t>Use</a:t>
            </a:r>
            <a:r>
              <a:rPr sz="3600" b="1" spc="-85" dirty="0">
                <a:solidFill>
                  <a:srgbClr val="9BC850"/>
                </a:solidFill>
                <a:latin typeface="Arial"/>
                <a:cs typeface="Arial"/>
              </a:rPr>
              <a:t> </a:t>
            </a:r>
            <a:r>
              <a:rPr sz="3600" b="1" spc="-70" dirty="0">
                <a:solidFill>
                  <a:srgbClr val="9BC850"/>
                </a:solidFill>
                <a:latin typeface="Arial"/>
                <a:cs typeface="Arial"/>
              </a:rPr>
              <a:t>PascalCasing</a:t>
            </a:r>
            <a:endParaRPr sz="3600">
              <a:latin typeface="Arial"/>
              <a:cs typeface="Arial"/>
            </a:endParaRPr>
          </a:p>
          <a:p>
            <a:pPr marL="797560" indent="-433705">
              <a:lnSpc>
                <a:spcPts val="4295"/>
              </a:lnSpc>
              <a:buSzPct val="75000"/>
              <a:buFont typeface="Lucida Sans Unicode"/>
              <a:buChar char="-"/>
              <a:tabLst>
                <a:tab pos="797560" algn="l"/>
                <a:tab pos="798195" algn="l"/>
              </a:tabLst>
            </a:pPr>
            <a:r>
              <a:rPr sz="3600" b="1" spc="-10" dirty="0">
                <a:solidFill>
                  <a:srgbClr val="9BC850"/>
                </a:solidFill>
                <a:latin typeface="Arial"/>
                <a:cs typeface="Arial"/>
              </a:rPr>
              <a:t>Append</a:t>
            </a:r>
            <a:r>
              <a:rPr sz="3600" b="1" spc="-75" dirty="0">
                <a:solidFill>
                  <a:srgbClr val="9BC850"/>
                </a:solidFill>
                <a:latin typeface="Arial"/>
                <a:cs typeface="Arial"/>
              </a:rPr>
              <a:t> </a:t>
            </a:r>
            <a:r>
              <a:rPr sz="3600" b="1" spc="-55" dirty="0">
                <a:solidFill>
                  <a:srgbClr val="9BC850"/>
                </a:solidFill>
                <a:latin typeface="Arial"/>
                <a:cs typeface="Arial"/>
              </a:rPr>
              <a:t>"Service"</a:t>
            </a:r>
            <a:r>
              <a:rPr sz="3600" b="1" spc="-70" dirty="0">
                <a:solidFill>
                  <a:srgbClr val="9BC850"/>
                </a:solidFill>
                <a:latin typeface="Arial"/>
                <a:cs typeface="Arial"/>
              </a:rPr>
              <a:t> </a:t>
            </a:r>
            <a:r>
              <a:rPr sz="3600" b="1" spc="75" dirty="0">
                <a:solidFill>
                  <a:srgbClr val="9BC850"/>
                </a:solidFill>
                <a:latin typeface="Arial"/>
                <a:cs typeface="Arial"/>
              </a:rPr>
              <a:t>to</a:t>
            </a:r>
            <a:r>
              <a:rPr sz="3600" b="1" spc="-75" dirty="0">
                <a:solidFill>
                  <a:srgbClr val="9BC850"/>
                </a:solidFill>
                <a:latin typeface="Arial"/>
                <a:cs typeface="Arial"/>
              </a:rPr>
              <a:t> </a:t>
            </a:r>
            <a:r>
              <a:rPr sz="3600" b="1" spc="110" dirty="0">
                <a:solidFill>
                  <a:srgbClr val="9BC850"/>
                </a:solidFill>
                <a:latin typeface="Arial"/>
                <a:cs typeface="Arial"/>
              </a:rPr>
              <a:t>the</a:t>
            </a:r>
            <a:r>
              <a:rPr sz="3600" b="1" spc="-70" dirty="0">
                <a:solidFill>
                  <a:srgbClr val="9BC850"/>
                </a:solidFill>
                <a:latin typeface="Arial"/>
                <a:cs typeface="Arial"/>
              </a:rPr>
              <a:t> </a:t>
            </a:r>
            <a:r>
              <a:rPr sz="3600" b="1" spc="-5" dirty="0">
                <a:solidFill>
                  <a:srgbClr val="9BC850"/>
                </a:solidFill>
                <a:latin typeface="Arial"/>
                <a:cs typeface="Arial"/>
              </a:rPr>
              <a:t>name</a:t>
            </a:r>
            <a:endParaRPr sz="3600">
              <a:latin typeface="Arial"/>
              <a:cs typeface="Arial"/>
            </a:endParaRPr>
          </a:p>
          <a:p>
            <a:pPr marL="797560" indent="-433705">
              <a:lnSpc>
                <a:spcPts val="4310"/>
              </a:lnSpc>
              <a:buSzPct val="75000"/>
              <a:buFont typeface="Lucida Sans Unicode"/>
              <a:buChar char="-"/>
              <a:tabLst>
                <a:tab pos="797560" algn="l"/>
                <a:tab pos="798195" algn="l"/>
              </a:tabLst>
            </a:pPr>
            <a:r>
              <a:rPr sz="3600" dirty="0">
                <a:solidFill>
                  <a:srgbClr val="9BC850"/>
                </a:solidFill>
                <a:latin typeface="Courier New"/>
                <a:cs typeface="Courier New"/>
              </a:rPr>
              <a:t>export</a:t>
            </a:r>
            <a:r>
              <a:rPr sz="3600" spc="-1225" dirty="0">
                <a:solidFill>
                  <a:srgbClr val="9BC850"/>
                </a:solidFill>
                <a:latin typeface="Courier New"/>
                <a:cs typeface="Courier New"/>
              </a:rPr>
              <a:t> </a:t>
            </a:r>
            <a:r>
              <a:rPr sz="3600" b="1" spc="-175" dirty="0">
                <a:solidFill>
                  <a:srgbClr val="9BC850"/>
                </a:solidFill>
                <a:latin typeface="Arial"/>
                <a:cs typeface="Arial"/>
              </a:rPr>
              <a:t>k</a:t>
            </a:r>
            <a:r>
              <a:rPr sz="3600" b="1" spc="114" dirty="0">
                <a:solidFill>
                  <a:srgbClr val="9BC850"/>
                </a:solidFill>
                <a:latin typeface="Arial"/>
                <a:cs typeface="Arial"/>
              </a:rPr>
              <a:t>e</a:t>
            </a:r>
            <a:r>
              <a:rPr sz="3600" b="1" spc="-55" dirty="0">
                <a:solidFill>
                  <a:srgbClr val="9BC850"/>
                </a:solidFill>
                <a:latin typeface="Arial"/>
                <a:cs typeface="Arial"/>
              </a:rPr>
              <a:t>y</a:t>
            </a:r>
            <a:r>
              <a:rPr sz="3600" b="1" spc="20" dirty="0">
                <a:solidFill>
                  <a:srgbClr val="9BC850"/>
                </a:solidFill>
                <a:latin typeface="Arial"/>
                <a:cs typeface="Arial"/>
              </a:rPr>
              <a:t>w</a:t>
            </a:r>
            <a:r>
              <a:rPr sz="3600" b="1" spc="-45" dirty="0">
                <a:solidFill>
                  <a:srgbClr val="9BC850"/>
                </a:solidFill>
                <a:latin typeface="Arial"/>
                <a:cs typeface="Arial"/>
              </a:rPr>
              <a:t>o</a:t>
            </a:r>
            <a:r>
              <a:rPr sz="3600" b="1" spc="-15" dirty="0">
                <a:solidFill>
                  <a:srgbClr val="9BC850"/>
                </a:solidFill>
                <a:latin typeface="Arial"/>
                <a:cs typeface="Arial"/>
              </a:rPr>
              <a:t>rd</a:t>
            </a:r>
            <a:endParaRPr sz="3600">
              <a:latin typeface="Arial"/>
              <a:cs typeface="Arial"/>
            </a:endParaRPr>
          </a:p>
          <a:p>
            <a:pPr marL="12700">
              <a:lnSpc>
                <a:spcPts val="4310"/>
              </a:lnSpc>
              <a:spcBef>
                <a:spcPts val="2785"/>
              </a:spcBef>
            </a:pPr>
            <a:r>
              <a:rPr sz="3600" b="1" spc="-15" dirty="0">
                <a:solidFill>
                  <a:srgbClr val="9BC850"/>
                </a:solidFill>
                <a:latin typeface="Arial"/>
                <a:cs typeface="Arial"/>
              </a:rPr>
              <a:t>Service</a:t>
            </a:r>
            <a:r>
              <a:rPr sz="3600" b="1" spc="-95" dirty="0">
                <a:solidFill>
                  <a:srgbClr val="9BC850"/>
                </a:solidFill>
                <a:latin typeface="Arial"/>
                <a:cs typeface="Arial"/>
              </a:rPr>
              <a:t> </a:t>
            </a:r>
            <a:r>
              <a:rPr sz="3600" b="1" spc="15" dirty="0">
                <a:solidFill>
                  <a:srgbClr val="9BC850"/>
                </a:solidFill>
                <a:latin typeface="Arial"/>
                <a:cs typeface="Arial"/>
              </a:rPr>
              <a:t>decorator</a:t>
            </a:r>
            <a:endParaRPr sz="3600">
              <a:latin typeface="Arial"/>
              <a:cs typeface="Arial"/>
            </a:endParaRPr>
          </a:p>
          <a:p>
            <a:pPr marL="797560" indent="-433705">
              <a:lnSpc>
                <a:spcPts val="4295"/>
              </a:lnSpc>
              <a:buSzPct val="75000"/>
              <a:buFont typeface="Lucida Sans Unicode"/>
              <a:buChar char="-"/>
              <a:tabLst>
                <a:tab pos="797560" algn="l"/>
                <a:tab pos="798195" algn="l"/>
              </a:tabLst>
            </a:pPr>
            <a:r>
              <a:rPr sz="3600" b="1" spc="-55" dirty="0">
                <a:solidFill>
                  <a:srgbClr val="9BC850"/>
                </a:solidFill>
                <a:latin typeface="Arial"/>
                <a:cs typeface="Arial"/>
              </a:rPr>
              <a:t>Use</a:t>
            </a:r>
            <a:r>
              <a:rPr sz="3600" b="1" spc="-90" dirty="0">
                <a:solidFill>
                  <a:srgbClr val="9BC850"/>
                </a:solidFill>
                <a:latin typeface="Arial"/>
                <a:cs typeface="Arial"/>
              </a:rPr>
              <a:t> </a:t>
            </a:r>
            <a:r>
              <a:rPr sz="3600" b="1" spc="35" dirty="0">
                <a:solidFill>
                  <a:srgbClr val="9BC850"/>
                </a:solidFill>
                <a:latin typeface="Arial"/>
                <a:cs typeface="Arial"/>
              </a:rPr>
              <a:t>Injectable</a:t>
            </a:r>
            <a:endParaRPr sz="3600">
              <a:latin typeface="Arial"/>
              <a:cs typeface="Arial"/>
            </a:endParaRPr>
          </a:p>
          <a:p>
            <a:pPr marL="797560" indent="-433705">
              <a:lnSpc>
                <a:spcPts val="4310"/>
              </a:lnSpc>
              <a:buSzPct val="75000"/>
              <a:buFont typeface="Lucida Sans Unicode"/>
              <a:buChar char="-"/>
              <a:tabLst>
                <a:tab pos="797560" algn="l"/>
                <a:tab pos="798195" algn="l"/>
              </a:tabLst>
            </a:pPr>
            <a:r>
              <a:rPr sz="3600" b="1" spc="-145" dirty="0">
                <a:solidFill>
                  <a:srgbClr val="9BC850"/>
                </a:solidFill>
                <a:latin typeface="Arial"/>
                <a:cs typeface="Arial"/>
              </a:rPr>
              <a:t>P</a:t>
            </a:r>
            <a:r>
              <a:rPr sz="3600" b="1" spc="30" dirty="0">
                <a:solidFill>
                  <a:srgbClr val="9BC850"/>
                </a:solidFill>
                <a:latin typeface="Arial"/>
                <a:cs typeface="Arial"/>
              </a:rPr>
              <a:t>re</a:t>
            </a:r>
            <a:r>
              <a:rPr sz="3600" b="1" spc="60" dirty="0">
                <a:solidFill>
                  <a:srgbClr val="9BC850"/>
                </a:solidFill>
                <a:latin typeface="Arial"/>
                <a:cs typeface="Arial"/>
              </a:rPr>
              <a:t>f</a:t>
            </a:r>
            <a:r>
              <a:rPr sz="3600" b="1" spc="-65" dirty="0">
                <a:solidFill>
                  <a:srgbClr val="9BC850"/>
                </a:solidFill>
                <a:latin typeface="Arial"/>
                <a:cs typeface="Arial"/>
              </a:rPr>
              <a:t>i</a:t>
            </a:r>
            <a:r>
              <a:rPr sz="3600" b="1" spc="-135" dirty="0">
                <a:solidFill>
                  <a:srgbClr val="9BC850"/>
                </a:solidFill>
                <a:latin typeface="Arial"/>
                <a:cs typeface="Arial"/>
              </a:rPr>
              <a:t>x</a:t>
            </a:r>
            <a:r>
              <a:rPr sz="3600" b="1" spc="-60" dirty="0">
                <a:solidFill>
                  <a:srgbClr val="9BC850"/>
                </a:solidFill>
                <a:latin typeface="Arial"/>
                <a:cs typeface="Arial"/>
              </a:rPr>
              <a:t> </a:t>
            </a:r>
            <a:r>
              <a:rPr sz="3600" b="1" spc="20" dirty="0">
                <a:solidFill>
                  <a:srgbClr val="9BC850"/>
                </a:solidFill>
                <a:latin typeface="Arial"/>
                <a:cs typeface="Arial"/>
              </a:rPr>
              <a:t>w</a:t>
            </a:r>
            <a:r>
              <a:rPr sz="3600" b="1" spc="-65" dirty="0">
                <a:solidFill>
                  <a:srgbClr val="9BC850"/>
                </a:solidFill>
                <a:latin typeface="Arial"/>
                <a:cs typeface="Arial"/>
              </a:rPr>
              <a:t>i</a:t>
            </a:r>
            <a:r>
              <a:rPr sz="3600" b="1" spc="229" dirty="0">
                <a:solidFill>
                  <a:srgbClr val="9BC850"/>
                </a:solidFill>
                <a:latin typeface="Arial"/>
                <a:cs typeface="Arial"/>
              </a:rPr>
              <a:t>t</a:t>
            </a:r>
            <a:r>
              <a:rPr sz="3600" b="1" spc="-20" dirty="0">
                <a:solidFill>
                  <a:srgbClr val="9BC850"/>
                </a:solidFill>
                <a:latin typeface="Arial"/>
                <a:cs typeface="Arial"/>
              </a:rPr>
              <a:t>h</a:t>
            </a:r>
            <a:r>
              <a:rPr sz="3600" b="1" spc="-60" dirty="0">
                <a:solidFill>
                  <a:srgbClr val="9BC850"/>
                </a:solidFill>
                <a:latin typeface="Arial"/>
                <a:cs typeface="Arial"/>
              </a:rPr>
              <a:t> </a:t>
            </a:r>
            <a:r>
              <a:rPr sz="3600" b="1" spc="-380" dirty="0">
                <a:solidFill>
                  <a:srgbClr val="9BC850"/>
                </a:solidFill>
                <a:latin typeface="Arial"/>
                <a:cs typeface="Arial"/>
              </a:rPr>
              <a:t>@</a:t>
            </a:r>
            <a:r>
              <a:rPr sz="3600" b="1" spc="-370" dirty="0">
                <a:solidFill>
                  <a:srgbClr val="9BC850"/>
                </a:solidFill>
                <a:latin typeface="Arial"/>
                <a:cs typeface="Arial"/>
              </a:rPr>
              <a:t>;</a:t>
            </a:r>
            <a:r>
              <a:rPr sz="3600" b="1" spc="-60" dirty="0">
                <a:solidFill>
                  <a:srgbClr val="9BC850"/>
                </a:solidFill>
                <a:latin typeface="Arial"/>
                <a:cs typeface="Arial"/>
              </a:rPr>
              <a:t> </a:t>
            </a:r>
            <a:r>
              <a:rPr sz="3600" b="1" spc="-245" dirty="0">
                <a:solidFill>
                  <a:srgbClr val="9BC850"/>
                </a:solidFill>
                <a:latin typeface="Arial"/>
                <a:cs typeface="Arial"/>
              </a:rPr>
              <a:t>S</a:t>
            </a:r>
            <a:r>
              <a:rPr sz="3600" b="1" spc="-5" dirty="0">
                <a:solidFill>
                  <a:srgbClr val="9BC850"/>
                </a:solidFill>
                <a:latin typeface="Arial"/>
                <a:cs typeface="Arial"/>
              </a:rPr>
              <a:t>u</a:t>
            </a:r>
            <a:r>
              <a:rPr sz="3600" b="1" spc="60" dirty="0">
                <a:solidFill>
                  <a:srgbClr val="9BC850"/>
                </a:solidFill>
                <a:latin typeface="Arial"/>
                <a:cs typeface="Arial"/>
              </a:rPr>
              <a:t>ff</a:t>
            </a:r>
            <a:r>
              <a:rPr sz="3600" b="1" spc="-65" dirty="0">
                <a:solidFill>
                  <a:srgbClr val="9BC850"/>
                </a:solidFill>
                <a:latin typeface="Arial"/>
                <a:cs typeface="Arial"/>
              </a:rPr>
              <a:t>i</a:t>
            </a:r>
            <a:r>
              <a:rPr sz="3600" b="1" spc="-135" dirty="0">
                <a:solidFill>
                  <a:srgbClr val="9BC850"/>
                </a:solidFill>
                <a:latin typeface="Arial"/>
                <a:cs typeface="Arial"/>
              </a:rPr>
              <a:t>x</a:t>
            </a:r>
            <a:r>
              <a:rPr sz="3600" b="1" spc="-60" dirty="0">
                <a:solidFill>
                  <a:srgbClr val="9BC850"/>
                </a:solidFill>
                <a:latin typeface="Arial"/>
                <a:cs typeface="Arial"/>
              </a:rPr>
              <a:t> </a:t>
            </a:r>
            <a:r>
              <a:rPr sz="3600" b="1" spc="20" dirty="0">
                <a:solidFill>
                  <a:srgbClr val="9BC850"/>
                </a:solidFill>
                <a:latin typeface="Arial"/>
                <a:cs typeface="Arial"/>
              </a:rPr>
              <a:t>w</a:t>
            </a:r>
            <a:r>
              <a:rPr sz="3600" b="1" spc="-65" dirty="0">
                <a:solidFill>
                  <a:srgbClr val="9BC850"/>
                </a:solidFill>
                <a:latin typeface="Arial"/>
                <a:cs typeface="Arial"/>
              </a:rPr>
              <a:t>i</a:t>
            </a:r>
            <a:r>
              <a:rPr sz="3600" b="1" spc="229" dirty="0">
                <a:solidFill>
                  <a:srgbClr val="9BC850"/>
                </a:solidFill>
                <a:latin typeface="Arial"/>
                <a:cs typeface="Arial"/>
              </a:rPr>
              <a:t>t</a:t>
            </a:r>
            <a:r>
              <a:rPr sz="3600" b="1" spc="-20" dirty="0">
                <a:solidFill>
                  <a:srgbClr val="9BC850"/>
                </a:solidFill>
                <a:latin typeface="Arial"/>
                <a:cs typeface="Arial"/>
              </a:rPr>
              <a:t>h</a:t>
            </a:r>
            <a:r>
              <a:rPr sz="3600" b="1" spc="-60" dirty="0">
                <a:solidFill>
                  <a:srgbClr val="9BC850"/>
                </a:solidFill>
                <a:latin typeface="Arial"/>
                <a:cs typeface="Arial"/>
              </a:rPr>
              <a:t> </a:t>
            </a:r>
            <a:r>
              <a:rPr sz="3600" b="1" spc="20" dirty="0">
                <a:solidFill>
                  <a:srgbClr val="9BC850"/>
                </a:solidFill>
                <a:latin typeface="Arial"/>
                <a:cs typeface="Arial"/>
              </a:rPr>
              <a:t>(</a:t>
            </a:r>
            <a:r>
              <a:rPr sz="3600" b="1" spc="25" dirty="0">
                <a:solidFill>
                  <a:srgbClr val="9BC850"/>
                </a:solidFill>
                <a:latin typeface="Arial"/>
                <a:cs typeface="Arial"/>
              </a:rPr>
              <a:t>)</a:t>
            </a:r>
            <a:endParaRPr sz="3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685"/>
              </a:spcBef>
            </a:pPr>
            <a:r>
              <a:rPr sz="3600" b="1" spc="15" dirty="0">
                <a:solidFill>
                  <a:srgbClr val="9BC850"/>
                </a:solidFill>
                <a:latin typeface="Arial"/>
                <a:cs typeface="Arial"/>
              </a:rPr>
              <a:t>Import</a:t>
            </a:r>
            <a:r>
              <a:rPr sz="3600" b="1" spc="-75" dirty="0">
                <a:solidFill>
                  <a:srgbClr val="9BC850"/>
                </a:solidFill>
                <a:latin typeface="Arial"/>
                <a:cs typeface="Arial"/>
              </a:rPr>
              <a:t> </a:t>
            </a:r>
            <a:r>
              <a:rPr sz="3600" b="1" spc="40" dirty="0">
                <a:solidFill>
                  <a:srgbClr val="9BC850"/>
                </a:solidFill>
                <a:latin typeface="Arial"/>
                <a:cs typeface="Arial"/>
              </a:rPr>
              <a:t>what</a:t>
            </a:r>
            <a:r>
              <a:rPr sz="3600" b="1" spc="-70" dirty="0">
                <a:solidFill>
                  <a:srgbClr val="9BC850"/>
                </a:solidFill>
                <a:latin typeface="Arial"/>
                <a:cs typeface="Arial"/>
              </a:rPr>
              <a:t> </a:t>
            </a:r>
            <a:r>
              <a:rPr sz="3600" b="1" spc="65" dirty="0">
                <a:solidFill>
                  <a:srgbClr val="9BC850"/>
                </a:solidFill>
                <a:latin typeface="Arial"/>
                <a:cs typeface="Arial"/>
              </a:rPr>
              <a:t>we</a:t>
            </a:r>
            <a:r>
              <a:rPr sz="3600" b="1" spc="-70" dirty="0">
                <a:solidFill>
                  <a:srgbClr val="9BC850"/>
                </a:solidFill>
                <a:latin typeface="Arial"/>
                <a:cs typeface="Arial"/>
              </a:rPr>
              <a:t> </a:t>
            </a:r>
            <a:r>
              <a:rPr sz="3600" b="1" spc="60" dirty="0">
                <a:solidFill>
                  <a:srgbClr val="9BC850"/>
                </a:solidFill>
                <a:latin typeface="Arial"/>
                <a:cs typeface="Arial"/>
              </a:rPr>
              <a:t>need</a:t>
            </a:r>
            <a:endParaRPr sz="36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91753" y="7260361"/>
            <a:ext cx="10993755" cy="2554605"/>
          </a:xfrm>
          <a:prstGeom prst="rect">
            <a:avLst/>
          </a:prstGeom>
          <a:ln w="12700">
            <a:solidFill>
              <a:srgbClr val="675BA7"/>
            </a:solidFill>
          </a:ln>
        </p:spPr>
        <p:txBody>
          <a:bodyPr vert="horz" wrap="square" lIns="0" tIns="50800" rIns="0" bIns="0" rtlCol="0">
            <a:spAutoFit/>
          </a:bodyPr>
          <a:lstStyle/>
          <a:p>
            <a:pPr marL="90805" marR="382270">
              <a:lnSpc>
                <a:spcPts val="3820"/>
              </a:lnSpc>
              <a:spcBef>
                <a:spcPts val="400"/>
              </a:spcBef>
            </a:pPr>
            <a:r>
              <a:rPr sz="3200" dirty="0">
                <a:solidFill>
                  <a:srgbClr val="0000FF"/>
                </a:solidFill>
                <a:latin typeface="Courier New"/>
                <a:cs typeface="Courier New"/>
              </a:rPr>
              <a:t>import </a:t>
            </a:r>
            <a:r>
              <a:rPr sz="3200" dirty="0">
                <a:latin typeface="Courier New"/>
                <a:cs typeface="Courier New"/>
              </a:rPr>
              <a:t>{ Injectable } </a:t>
            </a:r>
            <a:r>
              <a:rPr sz="3200" dirty="0">
                <a:solidFill>
                  <a:srgbClr val="0000FF"/>
                </a:solidFill>
                <a:latin typeface="Courier New"/>
                <a:cs typeface="Courier New"/>
              </a:rPr>
              <a:t>from </a:t>
            </a:r>
            <a:r>
              <a:rPr sz="3200" dirty="0">
                <a:solidFill>
                  <a:srgbClr val="A31515"/>
                </a:solidFill>
                <a:latin typeface="Courier New"/>
                <a:cs typeface="Courier New"/>
              </a:rPr>
              <a:t>'@angular/core'</a:t>
            </a:r>
            <a:r>
              <a:rPr sz="3200" dirty="0">
                <a:latin typeface="Courier New"/>
                <a:cs typeface="Courier New"/>
              </a:rPr>
              <a:t>; </a:t>
            </a:r>
            <a:r>
              <a:rPr sz="3200" spc="-1910" dirty="0">
                <a:latin typeface="Courier New"/>
                <a:cs typeface="Courier New"/>
              </a:rPr>
              <a:t> </a:t>
            </a:r>
            <a:r>
              <a:rPr sz="3200" dirty="0">
                <a:latin typeface="Courier New"/>
                <a:cs typeface="Courier New"/>
              </a:rPr>
              <a:t>@Injectable({</a:t>
            </a:r>
            <a:endParaRPr sz="3200">
              <a:latin typeface="Courier New"/>
              <a:cs typeface="Courier New"/>
            </a:endParaRPr>
          </a:p>
          <a:p>
            <a:pPr marL="579755">
              <a:lnSpc>
                <a:spcPts val="3665"/>
              </a:lnSpc>
            </a:pPr>
            <a:r>
              <a:rPr sz="3200" dirty="0">
                <a:latin typeface="Courier New"/>
                <a:cs typeface="Courier New"/>
              </a:rPr>
              <a:t>providedIn:</a:t>
            </a:r>
            <a:r>
              <a:rPr sz="3200" spc="-60" dirty="0">
                <a:latin typeface="Courier New"/>
                <a:cs typeface="Courier New"/>
              </a:rPr>
              <a:t> </a:t>
            </a:r>
            <a:r>
              <a:rPr sz="3200" dirty="0">
                <a:solidFill>
                  <a:srgbClr val="A31515"/>
                </a:solidFill>
                <a:latin typeface="Courier New"/>
                <a:cs typeface="Courier New"/>
              </a:rPr>
              <a:t>'root'</a:t>
            </a:r>
            <a:endParaRPr sz="3200">
              <a:latin typeface="Courier New"/>
              <a:cs typeface="Courier New"/>
            </a:endParaRPr>
          </a:p>
          <a:p>
            <a:pPr marL="90805">
              <a:lnSpc>
                <a:spcPts val="3829"/>
              </a:lnSpc>
              <a:spcBef>
                <a:spcPts val="45"/>
              </a:spcBef>
            </a:pPr>
            <a:r>
              <a:rPr sz="3200" dirty="0">
                <a:latin typeface="Courier New"/>
                <a:cs typeface="Courier New"/>
              </a:rPr>
              <a:t>})</a:t>
            </a:r>
            <a:endParaRPr sz="3200">
              <a:latin typeface="Courier New"/>
              <a:cs typeface="Courier New"/>
            </a:endParaRPr>
          </a:p>
          <a:p>
            <a:pPr marL="90805">
              <a:lnSpc>
                <a:spcPts val="3829"/>
              </a:lnSpc>
            </a:pPr>
            <a:r>
              <a:rPr sz="3200" dirty="0">
                <a:solidFill>
                  <a:srgbClr val="0000FF"/>
                </a:solidFill>
                <a:latin typeface="Courier New"/>
                <a:cs typeface="Courier New"/>
              </a:rPr>
              <a:t>export</a:t>
            </a:r>
            <a:r>
              <a:rPr sz="3200" spc="-2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3200" dirty="0">
                <a:solidFill>
                  <a:srgbClr val="0000FF"/>
                </a:solidFill>
                <a:latin typeface="Courier New"/>
                <a:cs typeface="Courier New"/>
              </a:rPr>
              <a:t>class</a:t>
            </a:r>
            <a:r>
              <a:rPr sz="3200" spc="-2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3200" dirty="0">
                <a:latin typeface="Courier New"/>
                <a:cs typeface="Courier New"/>
              </a:rPr>
              <a:t>ProductService</a:t>
            </a:r>
            <a:r>
              <a:rPr sz="3200" spc="-20" dirty="0">
                <a:latin typeface="Courier New"/>
                <a:cs typeface="Courier New"/>
              </a:rPr>
              <a:t> </a:t>
            </a:r>
            <a:r>
              <a:rPr sz="3200" dirty="0">
                <a:latin typeface="Courier New"/>
                <a:cs typeface="Courier New"/>
              </a:rPr>
              <a:t>{...}</a:t>
            </a:r>
            <a:endParaRPr sz="3200">
              <a:latin typeface="Courier New"/>
              <a:cs typeface="Courier New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400D502-4A90-E880-0C8B-9942FE3A42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809"/>
            <a:ext cx="1143000" cy="5715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F1D3E64-06DA-98A7-B612-234F78DB03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98983" y="0"/>
            <a:ext cx="1152146" cy="55525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3657600" cy="10287000"/>
            <a:chOff x="0" y="0"/>
            <a:chExt cx="3657600" cy="10287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3657600" cy="10287000"/>
            </a:xfrm>
            <a:custGeom>
              <a:avLst/>
              <a:gdLst/>
              <a:ahLst/>
              <a:cxnLst/>
              <a:rect l="l" t="t" r="r" b="b"/>
              <a:pathLst>
                <a:path w="3657600" h="10287000">
                  <a:moveTo>
                    <a:pt x="3657600" y="0"/>
                  </a:moveTo>
                  <a:lnTo>
                    <a:pt x="0" y="0"/>
                  </a:lnTo>
                  <a:lnTo>
                    <a:pt x="0" y="10286999"/>
                  </a:lnTo>
                  <a:lnTo>
                    <a:pt x="3657600" y="10286999"/>
                  </a:lnTo>
                  <a:lnTo>
                    <a:pt x="3657600" y="0"/>
                  </a:lnTo>
                  <a:close/>
                </a:path>
              </a:pathLst>
            </a:custGeom>
            <a:solidFill>
              <a:srgbClr val="9BC8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20736" y="4016010"/>
              <a:ext cx="2689225" cy="2255520"/>
            </a:xfrm>
            <a:custGeom>
              <a:avLst/>
              <a:gdLst/>
              <a:ahLst/>
              <a:cxnLst/>
              <a:rect l="l" t="t" r="r" b="b"/>
              <a:pathLst>
                <a:path w="2689225" h="2255520">
                  <a:moveTo>
                    <a:pt x="2688950" y="0"/>
                  </a:moveTo>
                  <a:lnTo>
                    <a:pt x="0" y="0"/>
                  </a:lnTo>
                  <a:lnTo>
                    <a:pt x="0" y="2254977"/>
                  </a:lnTo>
                  <a:lnTo>
                    <a:pt x="2688950" y="2254977"/>
                  </a:lnTo>
                  <a:lnTo>
                    <a:pt x="26889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20736" y="4016010"/>
              <a:ext cx="2689225" cy="2255520"/>
            </a:xfrm>
            <a:custGeom>
              <a:avLst/>
              <a:gdLst/>
              <a:ahLst/>
              <a:cxnLst/>
              <a:rect l="l" t="t" r="r" b="b"/>
              <a:pathLst>
                <a:path w="2689225" h="2255520">
                  <a:moveTo>
                    <a:pt x="0" y="0"/>
                  </a:moveTo>
                  <a:lnTo>
                    <a:pt x="2688951" y="0"/>
                  </a:lnTo>
                  <a:lnTo>
                    <a:pt x="2688951" y="2254977"/>
                  </a:lnTo>
                  <a:lnTo>
                    <a:pt x="0" y="2254977"/>
                  </a:lnTo>
                  <a:lnTo>
                    <a:pt x="0" y="0"/>
                  </a:lnTo>
                  <a:close/>
                </a:path>
              </a:pathLst>
            </a:custGeom>
            <a:ln w="50800">
              <a:solidFill>
                <a:srgbClr val="9BC8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9004" y="4411124"/>
              <a:ext cx="1872414" cy="1464749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86181" y="374395"/>
            <a:ext cx="2884170" cy="216535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 marR="5080" indent="5715">
              <a:lnSpc>
                <a:spcPct val="96700"/>
              </a:lnSpc>
              <a:spcBef>
                <a:spcPts val="240"/>
              </a:spcBef>
            </a:pPr>
            <a:r>
              <a:rPr sz="3600" b="1" spc="-15" dirty="0">
                <a:solidFill>
                  <a:srgbClr val="727272"/>
                </a:solidFill>
                <a:latin typeface="Arial"/>
                <a:cs typeface="Arial"/>
              </a:rPr>
              <a:t>Service </a:t>
            </a:r>
            <a:r>
              <a:rPr sz="3600" b="1" spc="-10" dirty="0">
                <a:solidFill>
                  <a:srgbClr val="727272"/>
                </a:solidFill>
                <a:latin typeface="Arial"/>
                <a:cs typeface="Arial"/>
              </a:rPr>
              <a:t> </a:t>
            </a:r>
            <a:r>
              <a:rPr sz="3600" b="1" spc="-40" dirty="0">
                <a:solidFill>
                  <a:srgbClr val="727272"/>
                </a:solidFill>
                <a:latin typeface="Arial"/>
                <a:cs typeface="Arial"/>
              </a:rPr>
              <a:t>Checklist: </a:t>
            </a:r>
            <a:r>
              <a:rPr sz="3600" b="1" spc="-35" dirty="0">
                <a:solidFill>
                  <a:srgbClr val="727272"/>
                </a:solidFill>
                <a:latin typeface="Arial"/>
                <a:cs typeface="Arial"/>
              </a:rPr>
              <a:t> </a:t>
            </a:r>
            <a:r>
              <a:rPr sz="3600" b="1" spc="-30" dirty="0">
                <a:solidFill>
                  <a:srgbClr val="FFFFFF"/>
                </a:solidFill>
                <a:latin typeface="Arial"/>
                <a:cs typeface="Arial"/>
              </a:rPr>
              <a:t>Registering</a:t>
            </a:r>
            <a:r>
              <a:rPr sz="3600" b="1" spc="-1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00" b="1" spc="-30" dirty="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sz="3600" b="1" spc="-9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600" b="1" spc="-15" dirty="0">
                <a:solidFill>
                  <a:srgbClr val="FFFFFF"/>
                </a:solidFill>
                <a:latin typeface="Arial"/>
                <a:cs typeface="Arial"/>
              </a:rPr>
              <a:t>Service</a:t>
            </a:r>
            <a:endParaRPr sz="3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72049" y="1209547"/>
            <a:ext cx="13475335" cy="4204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310"/>
              </a:lnSpc>
              <a:spcBef>
                <a:spcPts val="100"/>
              </a:spcBef>
            </a:pPr>
            <a:r>
              <a:rPr sz="3600" b="1" spc="35" dirty="0">
                <a:solidFill>
                  <a:srgbClr val="9BC850"/>
                </a:solidFill>
                <a:latin typeface="Arial"/>
                <a:cs typeface="Arial"/>
              </a:rPr>
              <a:t>Select</a:t>
            </a:r>
            <a:r>
              <a:rPr sz="3600" b="1" spc="-65" dirty="0">
                <a:solidFill>
                  <a:srgbClr val="9BC850"/>
                </a:solidFill>
                <a:latin typeface="Arial"/>
                <a:cs typeface="Arial"/>
              </a:rPr>
              <a:t> </a:t>
            </a:r>
            <a:r>
              <a:rPr sz="3600" b="1" spc="110" dirty="0">
                <a:solidFill>
                  <a:srgbClr val="9BC850"/>
                </a:solidFill>
                <a:latin typeface="Arial"/>
                <a:cs typeface="Arial"/>
              </a:rPr>
              <a:t>the</a:t>
            </a:r>
            <a:r>
              <a:rPr sz="3600" b="1" spc="-60" dirty="0">
                <a:solidFill>
                  <a:srgbClr val="9BC850"/>
                </a:solidFill>
                <a:latin typeface="Arial"/>
                <a:cs typeface="Arial"/>
              </a:rPr>
              <a:t> </a:t>
            </a:r>
            <a:r>
              <a:rPr sz="3600" b="1" spc="5" dirty="0">
                <a:solidFill>
                  <a:srgbClr val="9BC850"/>
                </a:solidFill>
                <a:latin typeface="Arial"/>
                <a:cs typeface="Arial"/>
              </a:rPr>
              <a:t>appropriate</a:t>
            </a:r>
            <a:r>
              <a:rPr sz="3600" b="1" spc="-60" dirty="0">
                <a:solidFill>
                  <a:srgbClr val="9BC850"/>
                </a:solidFill>
                <a:latin typeface="Arial"/>
                <a:cs typeface="Arial"/>
              </a:rPr>
              <a:t> </a:t>
            </a:r>
            <a:r>
              <a:rPr sz="3600" b="1" spc="10" dirty="0">
                <a:solidFill>
                  <a:srgbClr val="9BC850"/>
                </a:solidFill>
                <a:latin typeface="Arial"/>
                <a:cs typeface="Arial"/>
              </a:rPr>
              <a:t>level</a:t>
            </a:r>
            <a:r>
              <a:rPr sz="3600" b="1" spc="-65" dirty="0">
                <a:solidFill>
                  <a:srgbClr val="9BC850"/>
                </a:solidFill>
                <a:latin typeface="Arial"/>
                <a:cs typeface="Arial"/>
              </a:rPr>
              <a:t> </a:t>
            </a:r>
            <a:r>
              <a:rPr sz="3600" b="1" spc="-45" dirty="0">
                <a:solidFill>
                  <a:srgbClr val="9BC850"/>
                </a:solidFill>
                <a:latin typeface="Arial"/>
                <a:cs typeface="Arial"/>
              </a:rPr>
              <a:t>in</a:t>
            </a:r>
            <a:r>
              <a:rPr sz="3600" b="1" spc="-60" dirty="0">
                <a:solidFill>
                  <a:srgbClr val="9BC850"/>
                </a:solidFill>
                <a:latin typeface="Arial"/>
                <a:cs typeface="Arial"/>
              </a:rPr>
              <a:t> </a:t>
            </a:r>
            <a:r>
              <a:rPr sz="3600" b="1" spc="110" dirty="0">
                <a:solidFill>
                  <a:srgbClr val="9BC850"/>
                </a:solidFill>
                <a:latin typeface="Arial"/>
                <a:cs typeface="Arial"/>
              </a:rPr>
              <a:t>the</a:t>
            </a:r>
            <a:r>
              <a:rPr sz="3600" b="1" spc="-65" dirty="0">
                <a:solidFill>
                  <a:srgbClr val="9BC850"/>
                </a:solidFill>
                <a:latin typeface="Arial"/>
                <a:cs typeface="Arial"/>
              </a:rPr>
              <a:t> </a:t>
            </a:r>
            <a:r>
              <a:rPr sz="3600" b="1" spc="-10" dirty="0">
                <a:solidFill>
                  <a:srgbClr val="9BC850"/>
                </a:solidFill>
                <a:latin typeface="Arial"/>
                <a:cs typeface="Arial"/>
              </a:rPr>
              <a:t>hierarchy</a:t>
            </a:r>
            <a:endParaRPr sz="3600">
              <a:latin typeface="Arial"/>
              <a:cs typeface="Arial"/>
            </a:endParaRPr>
          </a:p>
          <a:p>
            <a:pPr marL="797560" marR="152400" indent="-433070">
              <a:lnSpc>
                <a:spcPts val="4300"/>
              </a:lnSpc>
              <a:spcBef>
                <a:spcPts val="145"/>
              </a:spcBef>
              <a:buSzPct val="75000"/>
              <a:buFont typeface="Lucida Sans Unicode"/>
              <a:buChar char="-"/>
              <a:tabLst>
                <a:tab pos="797560" algn="l"/>
                <a:tab pos="798195" algn="l"/>
              </a:tabLst>
            </a:pPr>
            <a:r>
              <a:rPr sz="3600" b="1" spc="-35" dirty="0">
                <a:solidFill>
                  <a:srgbClr val="9BC850"/>
                </a:solidFill>
                <a:latin typeface="Arial"/>
                <a:cs typeface="Arial"/>
              </a:rPr>
              <a:t>Root</a:t>
            </a:r>
            <a:r>
              <a:rPr sz="3600" b="1" spc="-60" dirty="0">
                <a:solidFill>
                  <a:srgbClr val="9BC85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9BC850"/>
                </a:solidFill>
                <a:latin typeface="Arial"/>
                <a:cs typeface="Arial"/>
              </a:rPr>
              <a:t>application</a:t>
            </a:r>
            <a:r>
              <a:rPr sz="3600" b="1" spc="-60" dirty="0">
                <a:solidFill>
                  <a:srgbClr val="9BC850"/>
                </a:solidFill>
                <a:latin typeface="Arial"/>
                <a:cs typeface="Arial"/>
              </a:rPr>
              <a:t> </a:t>
            </a:r>
            <a:r>
              <a:rPr sz="3600" b="1" spc="15" dirty="0">
                <a:solidFill>
                  <a:srgbClr val="9BC850"/>
                </a:solidFill>
                <a:latin typeface="Arial"/>
                <a:cs typeface="Arial"/>
              </a:rPr>
              <a:t>injector</a:t>
            </a:r>
            <a:r>
              <a:rPr sz="3600" b="1" spc="-60" dirty="0">
                <a:solidFill>
                  <a:srgbClr val="9BC85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9BC850"/>
                </a:solidFill>
                <a:latin typeface="Arial"/>
                <a:cs typeface="Arial"/>
              </a:rPr>
              <a:t>if</a:t>
            </a:r>
            <a:r>
              <a:rPr sz="3600" b="1" spc="-70" dirty="0">
                <a:solidFill>
                  <a:srgbClr val="9BC850"/>
                </a:solidFill>
                <a:latin typeface="Arial"/>
                <a:cs typeface="Arial"/>
              </a:rPr>
              <a:t> </a:t>
            </a:r>
            <a:r>
              <a:rPr sz="3600" b="1" spc="110" dirty="0">
                <a:solidFill>
                  <a:srgbClr val="9BC850"/>
                </a:solidFill>
                <a:latin typeface="Arial"/>
                <a:cs typeface="Arial"/>
              </a:rPr>
              <a:t>the</a:t>
            </a:r>
            <a:r>
              <a:rPr sz="3600" b="1" spc="-60" dirty="0">
                <a:solidFill>
                  <a:srgbClr val="9BC850"/>
                </a:solidFill>
                <a:latin typeface="Arial"/>
                <a:cs typeface="Arial"/>
              </a:rPr>
              <a:t> </a:t>
            </a:r>
            <a:r>
              <a:rPr sz="3600" b="1" spc="-20" dirty="0">
                <a:solidFill>
                  <a:srgbClr val="9BC850"/>
                </a:solidFill>
                <a:latin typeface="Arial"/>
                <a:cs typeface="Arial"/>
              </a:rPr>
              <a:t>service</a:t>
            </a:r>
            <a:r>
              <a:rPr sz="3600" b="1" spc="-55" dirty="0">
                <a:solidFill>
                  <a:srgbClr val="9BC850"/>
                </a:solidFill>
                <a:latin typeface="Arial"/>
                <a:cs typeface="Arial"/>
              </a:rPr>
              <a:t> </a:t>
            </a:r>
            <a:r>
              <a:rPr sz="3600" b="1" spc="-165" dirty="0">
                <a:solidFill>
                  <a:srgbClr val="9BC850"/>
                </a:solidFill>
                <a:latin typeface="Arial"/>
                <a:cs typeface="Arial"/>
              </a:rPr>
              <a:t>is</a:t>
            </a:r>
            <a:r>
              <a:rPr sz="3600" b="1" spc="-60" dirty="0">
                <a:solidFill>
                  <a:srgbClr val="9BC850"/>
                </a:solidFill>
                <a:latin typeface="Arial"/>
                <a:cs typeface="Arial"/>
              </a:rPr>
              <a:t> </a:t>
            </a:r>
            <a:r>
              <a:rPr sz="3600" b="1" spc="-30" dirty="0">
                <a:solidFill>
                  <a:srgbClr val="9BC850"/>
                </a:solidFill>
                <a:latin typeface="Arial"/>
                <a:cs typeface="Arial"/>
              </a:rPr>
              <a:t>used</a:t>
            </a:r>
            <a:r>
              <a:rPr sz="3600" b="1" spc="-65" dirty="0">
                <a:solidFill>
                  <a:srgbClr val="9BC850"/>
                </a:solidFill>
                <a:latin typeface="Arial"/>
                <a:cs typeface="Arial"/>
              </a:rPr>
              <a:t> </a:t>
            </a:r>
            <a:r>
              <a:rPr sz="3600" b="1" spc="30" dirty="0">
                <a:solidFill>
                  <a:srgbClr val="9BC850"/>
                </a:solidFill>
                <a:latin typeface="Arial"/>
                <a:cs typeface="Arial"/>
              </a:rPr>
              <a:t>throughout </a:t>
            </a:r>
            <a:r>
              <a:rPr sz="3600" b="1" spc="-985" dirty="0">
                <a:solidFill>
                  <a:srgbClr val="9BC850"/>
                </a:solidFill>
                <a:latin typeface="Arial"/>
                <a:cs typeface="Arial"/>
              </a:rPr>
              <a:t> </a:t>
            </a:r>
            <a:r>
              <a:rPr sz="3600" b="1" spc="110" dirty="0">
                <a:solidFill>
                  <a:srgbClr val="9BC850"/>
                </a:solidFill>
                <a:latin typeface="Arial"/>
                <a:cs typeface="Arial"/>
              </a:rPr>
              <a:t>the</a:t>
            </a:r>
            <a:r>
              <a:rPr sz="3600" b="1" spc="-65" dirty="0">
                <a:solidFill>
                  <a:srgbClr val="9BC850"/>
                </a:solidFill>
                <a:latin typeface="Arial"/>
                <a:cs typeface="Arial"/>
              </a:rPr>
              <a:t> </a:t>
            </a:r>
            <a:r>
              <a:rPr sz="3600" b="1" spc="-5" dirty="0">
                <a:solidFill>
                  <a:srgbClr val="9BC850"/>
                </a:solidFill>
                <a:latin typeface="Arial"/>
                <a:cs typeface="Arial"/>
              </a:rPr>
              <a:t>application</a:t>
            </a:r>
            <a:endParaRPr sz="3600">
              <a:latin typeface="Arial"/>
              <a:cs typeface="Arial"/>
            </a:endParaRPr>
          </a:p>
          <a:p>
            <a:pPr marL="797560" indent="-433705">
              <a:lnSpc>
                <a:spcPts val="4140"/>
              </a:lnSpc>
              <a:buSzPct val="75000"/>
              <a:buFont typeface="Lucida Sans Unicode"/>
              <a:buChar char="-"/>
              <a:tabLst>
                <a:tab pos="797560" algn="l"/>
                <a:tab pos="798195" algn="l"/>
              </a:tabLst>
            </a:pPr>
            <a:r>
              <a:rPr sz="3600" b="1" spc="-5" dirty="0">
                <a:solidFill>
                  <a:srgbClr val="9BC850"/>
                </a:solidFill>
                <a:latin typeface="Arial"/>
                <a:cs typeface="Arial"/>
              </a:rPr>
              <a:t>Specific</a:t>
            </a:r>
            <a:r>
              <a:rPr sz="3600" b="1" spc="-60" dirty="0">
                <a:solidFill>
                  <a:srgbClr val="9BC850"/>
                </a:solidFill>
                <a:latin typeface="Arial"/>
                <a:cs typeface="Arial"/>
              </a:rPr>
              <a:t> </a:t>
            </a:r>
            <a:r>
              <a:rPr sz="3600" b="1" spc="-5" dirty="0">
                <a:solidFill>
                  <a:srgbClr val="9BC850"/>
                </a:solidFill>
                <a:latin typeface="Arial"/>
                <a:cs typeface="Arial"/>
              </a:rPr>
              <a:t>component's</a:t>
            </a:r>
            <a:r>
              <a:rPr sz="3600" b="1" spc="-55" dirty="0">
                <a:solidFill>
                  <a:srgbClr val="9BC850"/>
                </a:solidFill>
                <a:latin typeface="Arial"/>
                <a:cs typeface="Arial"/>
              </a:rPr>
              <a:t> </a:t>
            </a:r>
            <a:r>
              <a:rPr sz="3600" b="1" spc="15" dirty="0">
                <a:solidFill>
                  <a:srgbClr val="9BC850"/>
                </a:solidFill>
                <a:latin typeface="Arial"/>
                <a:cs typeface="Arial"/>
              </a:rPr>
              <a:t>injector</a:t>
            </a:r>
            <a:r>
              <a:rPr sz="3600" b="1" spc="-60" dirty="0">
                <a:solidFill>
                  <a:srgbClr val="9BC850"/>
                </a:solidFill>
                <a:latin typeface="Arial"/>
                <a:cs typeface="Arial"/>
              </a:rPr>
              <a:t> </a:t>
            </a:r>
            <a:r>
              <a:rPr sz="3600" b="1" dirty="0">
                <a:solidFill>
                  <a:srgbClr val="9BC850"/>
                </a:solidFill>
                <a:latin typeface="Arial"/>
                <a:cs typeface="Arial"/>
              </a:rPr>
              <a:t>if</a:t>
            </a:r>
            <a:r>
              <a:rPr sz="3600" b="1" spc="-65" dirty="0">
                <a:solidFill>
                  <a:srgbClr val="9BC850"/>
                </a:solidFill>
                <a:latin typeface="Arial"/>
                <a:cs typeface="Arial"/>
              </a:rPr>
              <a:t> </a:t>
            </a:r>
            <a:r>
              <a:rPr sz="3600" b="1" spc="-45" dirty="0">
                <a:solidFill>
                  <a:srgbClr val="9BC850"/>
                </a:solidFill>
                <a:latin typeface="Arial"/>
                <a:cs typeface="Arial"/>
              </a:rPr>
              <a:t>only</a:t>
            </a:r>
            <a:r>
              <a:rPr sz="3600" b="1" spc="-60" dirty="0">
                <a:solidFill>
                  <a:srgbClr val="9BC850"/>
                </a:solidFill>
                <a:latin typeface="Arial"/>
                <a:cs typeface="Arial"/>
              </a:rPr>
              <a:t> </a:t>
            </a:r>
            <a:r>
              <a:rPr sz="3600" b="1" spc="95" dirty="0">
                <a:solidFill>
                  <a:srgbClr val="9BC850"/>
                </a:solidFill>
                <a:latin typeface="Arial"/>
                <a:cs typeface="Arial"/>
              </a:rPr>
              <a:t>that</a:t>
            </a:r>
            <a:r>
              <a:rPr sz="3600" b="1" spc="-55" dirty="0">
                <a:solidFill>
                  <a:srgbClr val="9BC850"/>
                </a:solidFill>
                <a:latin typeface="Arial"/>
                <a:cs typeface="Arial"/>
              </a:rPr>
              <a:t> </a:t>
            </a:r>
            <a:r>
              <a:rPr sz="3600" b="1" spc="25" dirty="0">
                <a:solidFill>
                  <a:srgbClr val="9BC850"/>
                </a:solidFill>
                <a:latin typeface="Arial"/>
                <a:cs typeface="Arial"/>
              </a:rPr>
              <a:t>component</a:t>
            </a:r>
            <a:r>
              <a:rPr sz="3600" b="1" spc="-55" dirty="0">
                <a:solidFill>
                  <a:srgbClr val="9BC850"/>
                </a:solidFill>
                <a:latin typeface="Arial"/>
                <a:cs typeface="Arial"/>
              </a:rPr>
              <a:t> </a:t>
            </a:r>
            <a:r>
              <a:rPr sz="3600" b="1" spc="-100" dirty="0">
                <a:solidFill>
                  <a:srgbClr val="9BC850"/>
                </a:solidFill>
                <a:latin typeface="Arial"/>
                <a:cs typeface="Arial"/>
              </a:rPr>
              <a:t>uses</a:t>
            </a:r>
            <a:endParaRPr sz="3600">
              <a:latin typeface="Arial"/>
              <a:cs typeface="Arial"/>
            </a:endParaRPr>
          </a:p>
          <a:p>
            <a:pPr marL="797560">
              <a:lnSpc>
                <a:spcPts val="4310"/>
              </a:lnSpc>
            </a:pPr>
            <a:r>
              <a:rPr sz="3600" b="1" spc="110" dirty="0">
                <a:solidFill>
                  <a:srgbClr val="9BC850"/>
                </a:solidFill>
                <a:latin typeface="Arial"/>
                <a:cs typeface="Arial"/>
              </a:rPr>
              <a:t>the</a:t>
            </a:r>
            <a:r>
              <a:rPr sz="3600" b="1" spc="-90" dirty="0">
                <a:solidFill>
                  <a:srgbClr val="9BC850"/>
                </a:solidFill>
                <a:latin typeface="Arial"/>
                <a:cs typeface="Arial"/>
              </a:rPr>
              <a:t> </a:t>
            </a:r>
            <a:r>
              <a:rPr sz="3600" b="1" spc="-20" dirty="0">
                <a:solidFill>
                  <a:srgbClr val="9BC850"/>
                </a:solidFill>
                <a:latin typeface="Arial"/>
                <a:cs typeface="Arial"/>
              </a:rPr>
              <a:t>service</a:t>
            </a:r>
            <a:endParaRPr sz="3600">
              <a:latin typeface="Arial"/>
              <a:cs typeface="Arial"/>
            </a:endParaRPr>
          </a:p>
          <a:p>
            <a:pPr marL="12700">
              <a:lnSpc>
                <a:spcPts val="4310"/>
              </a:lnSpc>
              <a:spcBef>
                <a:spcPts val="2785"/>
              </a:spcBef>
            </a:pPr>
            <a:r>
              <a:rPr sz="3600" b="1" spc="-15" dirty="0">
                <a:solidFill>
                  <a:srgbClr val="9BC850"/>
                </a:solidFill>
                <a:latin typeface="Arial"/>
                <a:cs typeface="Arial"/>
              </a:rPr>
              <a:t>Service</a:t>
            </a:r>
            <a:r>
              <a:rPr sz="3600" b="1" spc="-75" dirty="0">
                <a:solidFill>
                  <a:srgbClr val="9BC850"/>
                </a:solidFill>
                <a:latin typeface="Arial"/>
                <a:cs typeface="Arial"/>
              </a:rPr>
              <a:t> </a:t>
            </a:r>
            <a:r>
              <a:rPr sz="3600" b="1" spc="35" dirty="0">
                <a:solidFill>
                  <a:srgbClr val="9BC850"/>
                </a:solidFill>
                <a:latin typeface="Arial"/>
                <a:cs typeface="Arial"/>
              </a:rPr>
              <a:t>Injectable</a:t>
            </a:r>
            <a:r>
              <a:rPr sz="3600" b="1" spc="-70" dirty="0">
                <a:solidFill>
                  <a:srgbClr val="9BC850"/>
                </a:solidFill>
                <a:latin typeface="Arial"/>
                <a:cs typeface="Arial"/>
              </a:rPr>
              <a:t> </a:t>
            </a:r>
            <a:r>
              <a:rPr sz="3600" b="1" spc="15" dirty="0">
                <a:solidFill>
                  <a:srgbClr val="9BC850"/>
                </a:solidFill>
                <a:latin typeface="Arial"/>
                <a:cs typeface="Arial"/>
              </a:rPr>
              <a:t>decorator</a:t>
            </a:r>
            <a:endParaRPr sz="3600">
              <a:latin typeface="Arial"/>
              <a:cs typeface="Arial"/>
            </a:endParaRPr>
          </a:p>
          <a:p>
            <a:pPr marL="797560" indent="-433705">
              <a:lnSpc>
                <a:spcPts val="4310"/>
              </a:lnSpc>
              <a:buSzPct val="75000"/>
              <a:buFont typeface="Lucida Sans Unicode"/>
              <a:buChar char="-"/>
              <a:tabLst>
                <a:tab pos="797560" algn="l"/>
                <a:tab pos="798195" algn="l"/>
              </a:tabLst>
            </a:pPr>
            <a:r>
              <a:rPr sz="3600" b="1" spc="-75" dirty="0">
                <a:solidFill>
                  <a:srgbClr val="9BC850"/>
                </a:solidFill>
                <a:latin typeface="Arial"/>
                <a:cs typeface="Arial"/>
              </a:rPr>
              <a:t>S</a:t>
            </a:r>
            <a:r>
              <a:rPr sz="3600" b="1" spc="-50" dirty="0">
                <a:solidFill>
                  <a:srgbClr val="9BC850"/>
                </a:solidFill>
                <a:latin typeface="Arial"/>
                <a:cs typeface="Arial"/>
              </a:rPr>
              <a:t>e</a:t>
            </a:r>
            <a:r>
              <a:rPr sz="3600" b="1" spc="229" dirty="0">
                <a:solidFill>
                  <a:srgbClr val="9BC850"/>
                </a:solidFill>
                <a:latin typeface="Arial"/>
                <a:cs typeface="Arial"/>
              </a:rPr>
              <a:t>t</a:t>
            </a:r>
            <a:r>
              <a:rPr sz="3600" b="1" spc="-60" dirty="0">
                <a:solidFill>
                  <a:srgbClr val="9BC850"/>
                </a:solidFill>
                <a:latin typeface="Arial"/>
                <a:cs typeface="Arial"/>
              </a:rPr>
              <a:t> </a:t>
            </a:r>
            <a:r>
              <a:rPr sz="3600" b="1" spc="235" dirty="0">
                <a:solidFill>
                  <a:srgbClr val="9BC850"/>
                </a:solidFill>
                <a:latin typeface="Arial"/>
                <a:cs typeface="Arial"/>
              </a:rPr>
              <a:t>t</a:t>
            </a:r>
            <a:r>
              <a:rPr sz="3600" b="1" spc="-15" dirty="0">
                <a:solidFill>
                  <a:srgbClr val="9BC850"/>
                </a:solidFill>
                <a:latin typeface="Arial"/>
                <a:cs typeface="Arial"/>
              </a:rPr>
              <a:t>h</a:t>
            </a:r>
            <a:r>
              <a:rPr sz="3600" b="1" spc="114" dirty="0">
                <a:solidFill>
                  <a:srgbClr val="9BC850"/>
                </a:solidFill>
                <a:latin typeface="Arial"/>
                <a:cs typeface="Arial"/>
              </a:rPr>
              <a:t>e</a:t>
            </a:r>
            <a:r>
              <a:rPr sz="3600" b="1" spc="-65" dirty="0">
                <a:solidFill>
                  <a:srgbClr val="9BC850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9BC850"/>
                </a:solidFill>
                <a:latin typeface="Courier New"/>
                <a:cs typeface="Courier New"/>
              </a:rPr>
              <a:t>providedIn</a:t>
            </a:r>
            <a:r>
              <a:rPr sz="3600" spc="-1225" dirty="0">
                <a:solidFill>
                  <a:srgbClr val="9BC850"/>
                </a:solidFill>
                <a:latin typeface="Courier New"/>
                <a:cs typeface="Courier New"/>
              </a:rPr>
              <a:t> </a:t>
            </a:r>
            <a:r>
              <a:rPr sz="3600" b="1" spc="25" dirty="0">
                <a:solidFill>
                  <a:srgbClr val="9BC850"/>
                </a:solidFill>
                <a:latin typeface="Arial"/>
                <a:cs typeface="Arial"/>
              </a:rPr>
              <a:t>p</a:t>
            </a:r>
            <a:r>
              <a:rPr sz="3600" b="1" spc="-35" dirty="0">
                <a:solidFill>
                  <a:srgbClr val="9BC850"/>
                </a:solidFill>
                <a:latin typeface="Arial"/>
                <a:cs typeface="Arial"/>
              </a:rPr>
              <a:t>r</a:t>
            </a:r>
            <a:r>
              <a:rPr sz="3600" b="1" spc="-60" dirty="0">
                <a:solidFill>
                  <a:srgbClr val="9BC850"/>
                </a:solidFill>
                <a:latin typeface="Arial"/>
                <a:cs typeface="Arial"/>
              </a:rPr>
              <a:t>o</a:t>
            </a:r>
            <a:r>
              <a:rPr sz="3600" b="1" spc="25" dirty="0">
                <a:solidFill>
                  <a:srgbClr val="9BC850"/>
                </a:solidFill>
                <a:latin typeface="Arial"/>
                <a:cs typeface="Arial"/>
              </a:rPr>
              <a:t>p</a:t>
            </a:r>
            <a:r>
              <a:rPr sz="3600" b="1" spc="114" dirty="0">
                <a:solidFill>
                  <a:srgbClr val="9BC850"/>
                </a:solidFill>
                <a:latin typeface="Arial"/>
                <a:cs typeface="Arial"/>
              </a:rPr>
              <a:t>e</a:t>
            </a:r>
            <a:r>
              <a:rPr sz="3600" b="1" spc="90" dirty="0">
                <a:solidFill>
                  <a:srgbClr val="9BC850"/>
                </a:solidFill>
                <a:latin typeface="Arial"/>
                <a:cs typeface="Arial"/>
              </a:rPr>
              <a:t>rt</a:t>
            </a:r>
            <a:r>
              <a:rPr sz="3600" b="1" spc="-50" dirty="0">
                <a:solidFill>
                  <a:srgbClr val="9BC850"/>
                </a:solidFill>
                <a:latin typeface="Arial"/>
                <a:cs typeface="Arial"/>
              </a:rPr>
              <a:t>y</a:t>
            </a:r>
            <a:r>
              <a:rPr sz="3600" b="1" spc="-70" dirty="0">
                <a:solidFill>
                  <a:srgbClr val="9BC850"/>
                </a:solidFill>
                <a:latin typeface="Arial"/>
                <a:cs typeface="Arial"/>
              </a:rPr>
              <a:t> </a:t>
            </a:r>
            <a:r>
              <a:rPr sz="3600" b="1" spc="190" dirty="0">
                <a:solidFill>
                  <a:srgbClr val="9BC850"/>
                </a:solidFill>
                <a:latin typeface="Arial"/>
                <a:cs typeface="Arial"/>
              </a:rPr>
              <a:t>t</a:t>
            </a:r>
            <a:r>
              <a:rPr sz="3600" b="1" spc="-40" dirty="0">
                <a:solidFill>
                  <a:srgbClr val="9BC850"/>
                </a:solidFill>
                <a:latin typeface="Arial"/>
                <a:cs typeface="Arial"/>
              </a:rPr>
              <a:t>o</a:t>
            </a:r>
            <a:r>
              <a:rPr sz="3600" b="1" spc="-65" dirty="0">
                <a:solidFill>
                  <a:srgbClr val="9BC850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9BC850"/>
                </a:solidFill>
                <a:latin typeface="Courier New"/>
                <a:cs typeface="Courier New"/>
              </a:rPr>
              <a:t>'root'</a:t>
            </a:r>
            <a:endParaRPr sz="36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072049" y="7927340"/>
            <a:ext cx="10082530" cy="1120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310"/>
              </a:lnSpc>
              <a:spcBef>
                <a:spcPts val="100"/>
              </a:spcBef>
            </a:pPr>
            <a:r>
              <a:rPr sz="3600" b="1" spc="30" dirty="0">
                <a:solidFill>
                  <a:srgbClr val="9BC850"/>
                </a:solidFill>
                <a:latin typeface="Arial"/>
                <a:cs typeface="Arial"/>
              </a:rPr>
              <a:t>Component</a:t>
            </a:r>
            <a:r>
              <a:rPr sz="3600" b="1" spc="-95" dirty="0">
                <a:solidFill>
                  <a:srgbClr val="9BC850"/>
                </a:solidFill>
                <a:latin typeface="Arial"/>
                <a:cs typeface="Arial"/>
              </a:rPr>
              <a:t> </a:t>
            </a:r>
            <a:r>
              <a:rPr sz="3600" b="1" spc="15" dirty="0">
                <a:solidFill>
                  <a:srgbClr val="9BC850"/>
                </a:solidFill>
                <a:latin typeface="Arial"/>
                <a:cs typeface="Arial"/>
              </a:rPr>
              <a:t>decorator</a:t>
            </a:r>
            <a:endParaRPr sz="3600">
              <a:latin typeface="Arial"/>
              <a:cs typeface="Arial"/>
            </a:endParaRPr>
          </a:p>
          <a:p>
            <a:pPr marL="364490">
              <a:lnSpc>
                <a:spcPts val="4310"/>
              </a:lnSpc>
              <a:tabLst>
                <a:tab pos="797560" algn="l"/>
              </a:tabLst>
            </a:pPr>
            <a:r>
              <a:rPr sz="2700" dirty="0">
                <a:solidFill>
                  <a:srgbClr val="9BC850"/>
                </a:solidFill>
                <a:latin typeface="Lucida Sans Unicode"/>
                <a:cs typeface="Lucida Sans Unicode"/>
              </a:rPr>
              <a:t>-	</a:t>
            </a:r>
            <a:r>
              <a:rPr sz="3600" b="1" spc="-75" dirty="0">
                <a:solidFill>
                  <a:srgbClr val="9BC850"/>
                </a:solidFill>
                <a:latin typeface="Arial"/>
                <a:cs typeface="Arial"/>
              </a:rPr>
              <a:t>S</a:t>
            </a:r>
            <a:r>
              <a:rPr sz="3600" b="1" spc="-50" dirty="0">
                <a:solidFill>
                  <a:srgbClr val="9BC850"/>
                </a:solidFill>
                <a:latin typeface="Arial"/>
                <a:cs typeface="Arial"/>
              </a:rPr>
              <a:t>e</a:t>
            </a:r>
            <a:r>
              <a:rPr sz="3600" b="1" spc="229" dirty="0">
                <a:solidFill>
                  <a:srgbClr val="9BC850"/>
                </a:solidFill>
                <a:latin typeface="Arial"/>
                <a:cs typeface="Arial"/>
              </a:rPr>
              <a:t>t</a:t>
            </a:r>
            <a:r>
              <a:rPr sz="3600" b="1" spc="-60" dirty="0">
                <a:solidFill>
                  <a:srgbClr val="9BC850"/>
                </a:solidFill>
                <a:latin typeface="Arial"/>
                <a:cs typeface="Arial"/>
              </a:rPr>
              <a:t> </a:t>
            </a:r>
            <a:r>
              <a:rPr sz="3600" b="1" spc="235" dirty="0">
                <a:solidFill>
                  <a:srgbClr val="9BC850"/>
                </a:solidFill>
                <a:latin typeface="Arial"/>
                <a:cs typeface="Arial"/>
              </a:rPr>
              <a:t>t</a:t>
            </a:r>
            <a:r>
              <a:rPr sz="3600" b="1" spc="-15" dirty="0">
                <a:solidFill>
                  <a:srgbClr val="9BC850"/>
                </a:solidFill>
                <a:latin typeface="Arial"/>
                <a:cs typeface="Arial"/>
              </a:rPr>
              <a:t>h</a:t>
            </a:r>
            <a:r>
              <a:rPr sz="3600" b="1" spc="114" dirty="0">
                <a:solidFill>
                  <a:srgbClr val="9BC850"/>
                </a:solidFill>
                <a:latin typeface="Arial"/>
                <a:cs typeface="Arial"/>
              </a:rPr>
              <a:t>e</a:t>
            </a:r>
            <a:r>
              <a:rPr sz="3600" b="1" spc="-65" dirty="0">
                <a:solidFill>
                  <a:srgbClr val="9BC850"/>
                </a:solidFill>
                <a:latin typeface="Arial"/>
                <a:cs typeface="Arial"/>
              </a:rPr>
              <a:t> </a:t>
            </a:r>
            <a:r>
              <a:rPr sz="3600" dirty="0">
                <a:solidFill>
                  <a:srgbClr val="9BC850"/>
                </a:solidFill>
                <a:latin typeface="Courier New"/>
                <a:cs typeface="Courier New"/>
              </a:rPr>
              <a:t>providers</a:t>
            </a:r>
            <a:r>
              <a:rPr sz="3600" spc="-1225" dirty="0">
                <a:solidFill>
                  <a:srgbClr val="9BC850"/>
                </a:solidFill>
                <a:latin typeface="Courier New"/>
                <a:cs typeface="Courier New"/>
              </a:rPr>
              <a:t> </a:t>
            </a:r>
            <a:r>
              <a:rPr sz="3600" b="1" spc="25" dirty="0">
                <a:solidFill>
                  <a:srgbClr val="9BC850"/>
                </a:solidFill>
                <a:latin typeface="Arial"/>
                <a:cs typeface="Arial"/>
              </a:rPr>
              <a:t>p</a:t>
            </a:r>
            <a:r>
              <a:rPr sz="3600" b="1" spc="-35" dirty="0">
                <a:solidFill>
                  <a:srgbClr val="9BC850"/>
                </a:solidFill>
                <a:latin typeface="Arial"/>
                <a:cs typeface="Arial"/>
              </a:rPr>
              <a:t>r</a:t>
            </a:r>
            <a:r>
              <a:rPr sz="3600" b="1" spc="-60" dirty="0">
                <a:solidFill>
                  <a:srgbClr val="9BC850"/>
                </a:solidFill>
                <a:latin typeface="Arial"/>
                <a:cs typeface="Arial"/>
              </a:rPr>
              <a:t>o</a:t>
            </a:r>
            <a:r>
              <a:rPr sz="3600" b="1" spc="25" dirty="0">
                <a:solidFill>
                  <a:srgbClr val="9BC850"/>
                </a:solidFill>
                <a:latin typeface="Arial"/>
                <a:cs typeface="Arial"/>
              </a:rPr>
              <a:t>p</a:t>
            </a:r>
            <a:r>
              <a:rPr sz="3600" b="1" spc="114" dirty="0">
                <a:solidFill>
                  <a:srgbClr val="9BC850"/>
                </a:solidFill>
                <a:latin typeface="Arial"/>
                <a:cs typeface="Arial"/>
              </a:rPr>
              <a:t>e</a:t>
            </a:r>
            <a:r>
              <a:rPr sz="3600" b="1" spc="90" dirty="0">
                <a:solidFill>
                  <a:srgbClr val="9BC850"/>
                </a:solidFill>
                <a:latin typeface="Arial"/>
                <a:cs typeface="Arial"/>
              </a:rPr>
              <a:t>rt</a:t>
            </a:r>
            <a:r>
              <a:rPr sz="3600" b="1" spc="-50" dirty="0">
                <a:solidFill>
                  <a:srgbClr val="9BC850"/>
                </a:solidFill>
                <a:latin typeface="Arial"/>
                <a:cs typeface="Arial"/>
              </a:rPr>
              <a:t>y</a:t>
            </a:r>
            <a:r>
              <a:rPr sz="3600" b="1" spc="-70" dirty="0">
                <a:solidFill>
                  <a:srgbClr val="9BC850"/>
                </a:solidFill>
                <a:latin typeface="Arial"/>
                <a:cs typeface="Arial"/>
              </a:rPr>
              <a:t> </a:t>
            </a:r>
            <a:r>
              <a:rPr sz="3600" b="1" spc="190" dirty="0">
                <a:solidFill>
                  <a:srgbClr val="9BC850"/>
                </a:solidFill>
                <a:latin typeface="Arial"/>
                <a:cs typeface="Arial"/>
              </a:rPr>
              <a:t>t</a:t>
            </a:r>
            <a:r>
              <a:rPr sz="3600" b="1" spc="-40" dirty="0">
                <a:solidFill>
                  <a:srgbClr val="9BC850"/>
                </a:solidFill>
                <a:latin typeface="Arial"/>
                <a:cs typeface="Arial"/>
              </a:rPr>
              <a:t>o</a:t>
            </a:r>
            <a:r>
              <a:rPr sz="3600" b="1" spc="-65" dirty="0">
                <a:solidFill>
                  <a:srgbClr val="9BC850"/>
                </a:solidFill>
                <a:latin typeface="Arial"/>
                <a:cs typeface="Arial"/>
              </a:rPr>
              <a:t> </a:t>
            </a:r>
            <a:r>
              <a:rPr sz="3600" b="1" spc="229" dirty="0">
                <a:solidFill>
                  <a:srgbClr val="9BC850"/>
                </a:solidFill>
                <a:latin typeface="Arial"/>
                <a:cs typeface="Arial"/>
              </a:rPr>
              <a:t>t</a:t>
            </a:r>
            <a:r>
              <a:rPr sz="3600" b="1" spc="-15" dirty="0">
                <a:solidFill>
                  <a:srgbClr val="9BC850"/>
                </a:solidFill>
                <a:latin typeface="Arial"/>
                <a:cs typeface="Arial"/>
              </a:rPr>
              <a:t>h</a:t>
            </a:r>
            <a:r>
              <a:rPr sz="3600" b="1" spc="114" dirty="0">
                <a:solidFill>
                  <a:srgbClr val="9BC850"/>
                </a:solidFill>
                <a:latin typeface="Arial"/>
                <a:cs typeface="Arial"/>
              </a:rPr>
              <a:t>e</a:t>
            </a:r>
            <a:r>
              <a:rPr sz="3600" b="1" spc="-60" dirty="0">
                <a:solidFill>
                  <a:srgbClr val="9BC850"/>
                </a:solidFill>
                <a:latin typeface="Arial"/>
                <a:cs typeface="Arial"/>
              </a:rPr>
              <a:t> </a:t>
            </a:r>
            <a:r>
              <a:rPr sz="3600" b="1" spc="-260" dirty="0">
                <a:solidFill>
                  <a:srgbClr val="9BC850"/>
                </a:solidFill>
                <a:latin typeface="Arial"/>
                <a:cs typeface="Arial"/>
              </a:rPr>
              <a:t>s</a:t>
            </a:r>
            <a:r>
              <a:rPr sz="3600" b="1" spc="114" dirty="0">
                <a:solidFill>
                  <a:srgbClr val="9BC850"/>
                </a:solidFill>
                <a:latin typeface="Arial"/>
                <a:cs typeface="Arial"/>
              </a:rPr>
              <a:t>e</a:t>
            </a:r>
            <a:r>
              <a:rPr sz="3600" b="1" spc="-45" dirty="0">
                <a:solidFill>
                  <a:srgbClr val="9BC850"/>
                </a:solidFill>
                <a:latin typeface="Arial"/>
                <a:cs typeface="Arial"/>
              </a:rPr>
              <a:t>r</a:t>
            </a:r>
            <a:r>
              <a:rPr sz="3600" b="1" spc="-65" dirty="0">
                <a:solidFill>
                  <a:srgbClr val="9BC850"/>
                </a:solidFill>
                <a:latin typeface="Arial"/>
                <a:cs typeface="Arial"/>
              </a:rPr>
              <a:t>vi</a:t>
            </a:r>
            <a:r>
              <a:rPr sz="3600" b="1" spc="70" dirty="0">
                <a:solidFill>
                  <a:srgbClr val="9BC850"/>
                </a:solidFill>
                <a:latin typeface="Arial"/>
                <a:cs typeface="Arial"/>
              </a:rPr>
              <a:t>c</a:t>
            </a:r>
            <a:r>
              <a:rPr sz="3600" b="1" spc="114" dirty="0">
                <a:solidFill>
                  <a:srgbClr val="9BC850"/>
                </a:solidFill>
                <a:latin typeface="Arial"/>
                <a:cs typeface="Arial"/>
              </a:rPr>
              <a:t>e</a:t>
            </a:r>
            <a:endParaRPr sz="36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991753" y="5552859"/>
            <a:ext cx="10993755" cy="2062480"/>
          </a:xfrm>
          <a:prstGeom prst="rect">
            <a:avLst/>
          </a:prstGeom>
          <a:ln w="12700">
            <a:solidFill>
              <a:srgbClr val="675BA7"/>
            </a:solidFill>
          </a:ln>
        </p:spPr>
        <p:txBody>
          <a:bodyPr vert="horz" wrap="square" lIns="0" tIns="53975" rIns="0" bIns="0" rtlCol="0">
            <a:spAutoFit/>
          </a:bodyPr>
          <a:lstStyle/>
          <a:p>
            <a:pPr marL="579755" marR="6004560" indent="-488950">
              <a:lnSpc>
                <a:spcPts val="3790"/>
              </a:lnSpc>
              <a:spcBef>
                <a:spcPts val="425"/>
              </a:spcBef>
            </a:pPr>
            <a:r>
              <a:rPr sz="3200" dirty="0">
                <a:latin typeface="Courier New"/>
                <a:cs typeface="Courier New"/>
              </a:rPr>
              <a:t>@Injectable({ </a:t>
            </a:r>
            <a:r>
              <a:rPr sz="3200" spc="5" dirty="0">
                <a:latin typeface="Courier New"/>
                <a:cs typeface="Courier New"/>
              </a:rPr>
              <a:t> </a:t>
            </a:r>
            <a:r>
              <a:rPr sz="3200" dirty="0">
                <a:latin typeface="Courier New"/>
                <a:cs typeface="Courier New"/>
              </a:rPr>
              <a:t>providedIn:</a:t>
            </a:r>
            <a:r>
              <a:rPr sz="3200" spc="-95" dirty="0">
                <a:latin typeface="Courier New"/>
                <a:cs typeface="Courier New"/>
              </a:rPr>
              <a:t> </a:t>
            </a:r>
            <a:r>
              <a:rPr sz="3200" dirty="0">
                <a:solidFill>
                  <a:srgbClr val="A31515"/>
                </a:solidFill>
                <a:latin typeface="Courier New"/>
                <a:cs typeface="Courier New"/>
              </a:rPr>
              <a:t>'root'</a:t>
            </a:r>
            <a:endParaRPr sz="3200">
              <a:latin typeface="Courier New"/>
              <a:cs typeface="Courier New"/>
            </a:endParaRPr>
          </a:p>
          <a:p>
            <a:pPr marL="90805">
              <a:lnSpc>
                <a:spcPts val="3700"/>
              </a:lnSpc>
            </a:pPr>
            <a:r>
              <a:rPr sz="3200" dirty="0">
                <a:latin typeface="Courier New"/>
                <a:cs typeface="Courier New"/>
              </a:rPr>
              <a:t>})</a:t>
            </a:r>
            <a:endParaRPr sz="3200">
              <a:latin typeface="Courier New"/>
              <a:cs typeface="Courier New"/>
            </a:endParaRPr>
          </a:p>
          <a:p>
            <a:pPr marL="90805">
              <a:lnSpc>
                <a:spcPct val="100000"/>
              </a:lnSpc>
              <a:spcBef>
                <a:spcPts val="50"/>
              </a:spcBef>
            </a:pPr>
            <a:r>
              <a:rPr sz="3200" dirty="0">
                <a:solidFill>
                  <a:srgbClr val="0000FF"/>
                </a:solidFill>
                <a:latin typeface="Courier New"/>
                <a:cs typeface="Courier New"/>
              </a:rPr>
              <a:t>export</a:t>
            </a:r>
            <a:r>
              <a:rPr sz="3200" spc="-2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3200" dirty="0">
                <a:solidFill>
                  <a:srgbClr val="0000FF"/>
                </a:solidFill>
                <a:latin typeface="Courier New"/>
                <a:cs typeface="Courier New"/>
              </a:rPr>
              <a:t>class</a:t>
            </a:r>
            <a:r>
              <a:rPr sz="3200" spc="-2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3200" dirty="0">
                <a:latin typeface="Courier New"/>
                <a:cs typeface="Courier New"/>
              </a:rPr>
              <a:t>ProductService</a:t>
            </a:r>
            <a:r>
              <a:rPr sz="3200" spc="-20" dirty="0">
                <a:latin typeface="Courier New"/>
                <a:cs typeface="Courier New"/>
              </a:rPr>
              <a:t> </a:t>
            </a:r>
            <a:r>
              <a:rPr sz="3200" dirty="0">
                <a:latin typeface="Courier New"/>
                <a:cs typeface="Courier New"/>
              </a:rPr>
              <a:t>{...}</a:t>
            </a:r>
            <a:endParaRPr sz="3200">
              <a:latin typeface="Courier New"/>
              <a:cs typeface="Courier New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4394511-E7EB-6C87-8B8D-FC44328648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809"/>
            <a:ext cx="1143000" cy="5715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E7AFE15-46D1-EAB4-D6C3-2148DD54A9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98983" y="0"/>
            <a:ext cx="1152146" cy="55525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3657600" cy="10287000"/>
            <a:chOff x="0" y="0"/>
            <a:chExt cx="3657600" cy="102870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3657600" cy="10287000"/>
            </a:xfrm>
            <a:custGeom>
              <a:avLst/>
              <a:gdLst/>
              <a:ahLst/>
              <a:cxnLst/>
              <a:rect l="l" t="t" r="r" b="b"/>
              <a:pathLst>
                <a:path w="3657600" h="10287000">
                  <a:moveTo>
                    <a:pt x="3657600" y="0"/>
                  </a:moveTo>
                  <a:lnTo>
                    <a:pt x="0" y="0"/>
                  </a:lnTo>
                  <a:lnTo>
                    <a:pt x="0" y="10286999"/>
                  </a:lnTo>
                  <a:lnTo>
                    <a:pt x="3657600" y="10286999"/>
                  </a:lnTo>
                  <a:lnTo>
                    <a:pt x="3657600" y="0"/>
                  </a:lnTo>
                  <a:close/>
                </a:path>
              </a:pathLst>
            </a:custGeom>
            <a:solidFill>
              <a:srgbClr val="9BC8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20736" y="4016010"/>
              <a:ext cx="2689225" cy="2255520"/>
            </a:xfrm>
            <a:custGeom>
              <a:avLst/>
              <a:gdLst/>
              <a:ahLst/>
              <a:cxnLst/>
              <a:rect l="l" t="t" r="r" b="b"/>
              <a:pathLst>
                <a:path w="2689225" h="2255520">
                  <a:moveTo>
                    <a:pt x="2688950" y="0"/>
                  </a:moveTo>
                  <a:lnTo>
                    <a:pt x="0" y="0"/>
                  </a:lnTo>
                  <a:lnTo>
                    <a:pt x="0" y="2254977"/>
                  </a:lnTo>
                  <a:lnTo>
                    <a:pt x="2688950" y="2254977"/>
                  </a:lnTo>
                  <a:lnTo>
                    <a:pt x="26889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20736" y="4016010"/>
              <a:ext cx="2689225" cy="2255520"/>
            </a:xfrm>
            <a:custGeom>
              <a:avLst/>
              <a:gdLst/>
              <a:ahLst/>
              <a:cxnLst/>
              <a:rect l="l" t="t" r="r" b="b"/>
              <a:pathLst>
                <a:path w="2689225" h="2255520">
                  <a:moveTo>
                    <a:pt x="0" y="0"/>
                  </a:moveTo>
                  <a:lnTo>
                    <a:pt x="2688951" y="0"/>
                  </a:lnTo>
                  <a:lnTo>
                    <a:pt x="2688951" y="2254977"/>
                  </a:lnTo>
                  <a:lnTo>
                    <a:pt x="0" y="2254977"/>
                  </a:lnTo>
                  <a:lnTo>
                    <a:pt x="0" y="0"/>
                  </a:lnTo>
                  <a:close/>
                </a:path>
              </a:pathLst>
            </a:custGeom>
            <a:ln w="50800">
              <a:solidFill>
                <a:srgbClr val="9BC8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29004" y="4411124"/>
              <a:ext cx="1872414" cy="1464749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86181" y="374395"/>
            <a:ext cx="2788920" cy="216535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 marR="5080" indent="5715">
              <a:lnSpc>
                <a:spcPct val="96700"/>
              </a:lnSpc>
              <a:spcBef>
                <a:spcPts val="240"/>
              </a:spcBef>
            </a:pPr>
            <a:r>
              <a:rPr sz="3600" b="1" spc="-15" dirty="0">
                <a:solidFill>
                  <a:srgbClr val="727272"/>
                </a:solidFill>
                <a:latin typeface="Arial"/>
                <a:cs typeface="Arial"/>
              </a:rPr>
              <a:t>Service </a:t>
            </a:r>
            <a:r>
              <a:rPr sz="3600" b="1" spc="-10" dirty="0">
                <a:solidFill>
                  <a:srgbClr val="727272"/>
                </a:solidFill>
                <a:latin typeface="Arial"/>
                <a:cs typeface="Arial"/>
              </a:rPr>
              <a:t> </a:t>
            </a:r>
            <a:r>
              <a:rPr sz="3600" b="1" spc="-40" dirty="0">
                <a:solidFill>
                  <a:srgbClr val="727272"/>
                </a:solidFill>
                <a:latin typeface="Arial"/>
                <a:cs typeface="Arial"/>
              </a:rPr>
              <a:t>Checklist: </a:t>
            </a:r>
            <a:r>
              <a:rPr sz="3600" b="1" spc="-35" dirty="0">
                <a:solidFill>
                  <a:srgbClr val="727272"/>
                </a:solidFill>
                <a:latin typeface="Arial"/>
                <a:cs typeface="Arial"/>
              </a:rPr>
              <a:t> </a:t>
            </a:r>
            <a:r>
              <a:rPr sz="3600" b="1" spc="10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sz="3600" b="1" spc="15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600" b="1" spc="20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  <a:r>
              <a:rPr sz="3600" b="1" spc="114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600" b="1" spc="-1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3600" b="1" spc="20" dirty="0">
                <a:solidFill>
                  <a:srgbClr val="FFFFFF"/>
                </a:solidFill>
                <a:latin typeface="Arial"/>
                <a:cs typeface="Arial"/>
              </a:rPr>
              <a:t>d</a:t>
            </a:r>
            <a:r>
              <a:rPr sz="3600" b="1" spc="114" dirty="0">
                <a:solidFill>
                  <a:srgbClr val="FFFFFF"/>
                </a:solidFill>
                <a:latin typeface="Arial"/>
                <a:cs typeface="Arial"/>
              </a:rPr>
              <a:t>e</a:t>
            </a:r>
            <a:r>
              <a:rPr sz="3600" b="1" spc="-15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  <a:r>
              <a:rPr sz="3600" b="1" spc="25" dirty="0">
                <a:solidFill>
                  <a:srgbClr val="FFFFFF"/>
                </a:solidFill>
                <a:latin typeface="Arial"/>
                <a:cs typeface="Arial"/>
              </a:rPr>
              <a:t>c</a:t>
            </a:r>
            <a:r>
              <a:rPr sz="3600" b="1" spc="-35" dirty="0">
                <a:solidFill>
                  <a:srgbClr val="FFFFFF"/>
                </a:solidFill>
                <a:latin typeface="Arial"/>
                <a:cs typeface="Arial"/>
              </a:rPr>
              <a:t>y  </a:t>
            </a:r>
            <a:r>
              <a:rPr sz="3600" b="1" spc="25" dirty="0">
                <a:solidFill>
                  <a:srgbClr val="FFFFFF"/>
                </a:solidFill>
                <a:latin typeface="Arial"/>
                <a:cs typeface="Arial"/>
              </a:rPr>
              <a:t>Injection</a:t>
            </a:r>
            <a:endParaRPr sz="36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70280">
              <a:lnSpc>
                <a:spcPct val="100000"/>
              </a:lnSpc>
              <a:spcBef>
                <a:spcPts val="100"/>
              </a:spcBef>
            </a:pPr>
            <a:r>
              <a:rPr spc="-15" dirty="0"/>
              <a:t>Specify</a:t>
            </a:r>
            <a:r>
              <a:rPr spc="-70" dirty="0"/>
              <a:t> </a:t>
            </a:r>
            <a:r>
              <a:rPr spc="110" dirty="0"/>
              <a:t>the</a:t>
            </a:r>
            <a:r>
              <a:rPr spc="-60" dirty="0"/>
              <a:t> </a:t>
            </a:r>
            <a:r>
              <a:rPr spc="-20" dirty="0"/>
              <a:t>service</a:t>
            </a:r>
            <a:r>
              <a:rPr spc="-60" dirty="0"/>
              <a:t> </a:t>
            </a:r>
            <a:r>
              <a:rPr spc="-145" dirty="0"/>
              <a:t>as</a:t>
            </a:r>
            <a:r>
              <a:rPr spc="-60" dirty="0"/>
              <a:t> </a:t>
            </a:r>
            <a:r>
              <a:rPr spc="-30" dirty="0"/>
              <a:t>a</a:t>
            </a:r>
            <a:r>
              <a:rPr spc="-65" dirty="0"/>
              <a:t> </a:t>
            </a:r>
            <a:r>
              <a:rPr spc="35" dirty="0"/>
              <a:t>dependency</a:t>
            </a:r>
          </a:p>
          <a:p>
            <a:pPr marL="970280">
              <a:lnSpc>
                <a:spcPct val="100000"/>
              </a:lnSpc>
              <a:spcBef>
                <a:spcPts val="2660"/>
              </a:spcBef>
            </a:pPr>
            <a:r>
              <a:rPr spc="-55" dirty="0"/>
              <a:t>Use</a:t>
            </a:r>
            <a:r>
              <a:rPr spc="-80" dirty="0"/>
              <a:t> </a:t>
            </a:r>
            <a:r>
              <a:rPr spc="-30" dirty="0"/>
              <a:t>a</a:t>
            </a:r>
            <a:r>
              <a:rPr spc="-80" dirty="0"/>
              <a:t> </a:t>
            </a:r>
            <a:r>
              <a:rPr spc="10" dirty="0"/>
              <a:t>constructor</a:t>
            </a:r>
            <a:r>
              <a:rPr spc="-80" dirty="0"/>
              <a:t> </a:t>
            </a:r>
            <a:r>
              <a:rPr spc="20" dirty="0"/>
              <a:t>parameter</a:t>
            </a:r>
          </a:p>
          <a:p>
            <a:pPr marL="970280">
              <a:lnSpc>
                <a:spcPct val="100000"/>
              </a:lnSpc>
              <a:spcBef>
                <a:spcPts val="2690"/>
              </a:spcBef>
            </a:pPr>
            <a:r>
              <a:rPr spc="-15" dirty="0"/>
              <a:t>Service</a:t>
            </a:r>
            <a:r>
              <a:rPr spc="-65" dirty="0"/>
              <a:t> </a:t>
            </a:r>
            <a:r>
              <a:rPr spc="-165" dirty="0"/>
              <a:t>is</a:t>
            </a:r>
            <a:r>
              <a:rPr spc="-60" dirty="0"/>
              <a:t> </a:t>
            </a:r>
            <a:r>
              <a:rPr spc="45" dirty="0"/>
              <a:t>injected</a:t>
            </a:r>
            <a:r>
              <a:rPr spc="-65" dirty="0"/>
              <a:t> </a:t>
            </a:r>
            <a:r>
              <a:rPr spc="25" dirty="0"/>
              <a:t>when</a:t>
            </a:r>
            <a:r>
              <a:rPr spc="-60" dirty="0"/>
              <a:t> </a:t>
            </a:r>
            <a:r>
              <a:rPr spc="25" dirty="0"/>
              <a:t>component</a:t>
            </a:r>
            <a:r>
              <a:rPr spc="-60" dirty="0"/>
              <a:t> </a:t>
            </a:r>
            <a:r>
              <a:rPr spc="-165" dirty="0"/>
              <a:t>is</a:t>
            </a:r>
            <a:r>
              <a:rPr spc="-60" dirty="0"/>
              <a:t> </a:t>
            </a:r>
            <a:r>
              <a:rPr spc="20" dirty="0"/>
              <a:t>instantiated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3981401" y="6141942"/>
            <a:ext cx="13876019" cy="584835"/>
          </a:xfrm>
          <a:prstGeom prst="rect">
            <a:avLst/>
          </a:prstGeom>
          <a:ln w="12700">
            <a:solidFill>
              <a:srgbClr val="675BA7"/>
            </a:solidFill>
          </a:ln>
        </p:spPr>
        <p:txBody>
          <a:bodyPr vert="horz" wrap="square" lIns="0" tIns="32384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254"/>
              </a:spcBef>
            </a:pPr>
            <a:r>
              <a:rPr sz="3200" dirty="0">
                <a:solidFill>
                  <a:srgbClr val="0000FF"/>
                </a:solidFill>
                <a:latin typeface="Courier New"/>
                <a:cs typeface="Courier New"/>
              </a:rPr>
              <a:t>constructor</a:t>
            </a:r>
            <a:r>
              <a:rPr sz="3200" dirty="0">
                <a:latin typeface="Courier New"/>
                <a:cs typeface="Courier New"/>
              </a:rPr>
              <a:t>(</a:t>
            </a:r>
            <a:r>
              <a:rPr sz="3200" dirty="0">
                <a:solidFill>
                  <a:srgbClr val="0000FF"/>
                </a:solidFill>
                <a:latin typeface="Courier New"/>
                <a:cs typeface="Courier New"/>
              </a:rPr>
              <a:t>private</a:t>
            </a:r>
            <a:r>
              <a:rPr sz="3200" spc="-2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3200" dirty="0">
                <a:latin typeface="Courier New"/>
                <a:cs typeface="Courier New"/>
              </a:rPr>
              <a:t>productService:</a:t>
            </a:r>
            <a:r>
              <a:rPr sz="3200" spc="-15" dirty="0">
                <a:latin typeface="Courier New"/>
                <a:cs typeface="Courier New"/>
              </a:rPr>
              <a:t> </a:t>
            </a:r>
            <a:r>
              <a:rPr sz="3200" dirty="0">
                <a:latin typeface="Courier New"/>
                <a:cs typeface="Courier New"/>
              </a:rPr>
              <a:t>ProductService)</a:t>
            </a:r>
            <a:r>
              <a:rPr sz="3200" spc="-20" dirty="0">
                <a:latin typeface="Courier New"/>
                <a:cs typeface="Courier New"/>
              </a:rPr>
              <a:t> </a:t>
            </a:r>
            <a:r>
              <a:rPr sz="3200" dirty="0">
                <a:latin typeface="Courier New"/>
                <a:cs typeface="Courier New"/>
              </a:rPr>
              <a:t>{</a:t>
            </a:r>
            <a:r>
              <a:rPr sz="3200" spc="-15" dirty="0">
                <a:latin typeface="Courier New"/>
                <a:cs typeface="Courier New"/>
              </a:rPr>
              <a:t> </a:t>
            </a:r>
            <a:r>
              <a:rPr sz="3200" dirty="0">
                <a:latin typeface="Courier New"/>
                <a:cs typeface="Courier New"/>
              </a:rPr>
              <a:t>}</a:t>
            </a:r>
            <a:endParaRPr sz="3200">
              <a:latin typeface="Courier New"/>
              <a:cs typeface="Courier New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682DF99-7CD2-4C32-4162-FACB5D23E9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809"/>
            <a:ext cx="1143000" cy="5715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576F70D-CC97-C168-10FA-7767C93A25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98983" y="0"/>
            <a:ext cx="1152146" cy="55525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7be5517-c571-4c78-9c92-450474ca01ae">
      <Terms xmlns="http://schemas.microsoft.com/office/infopath/2007/PartnerControls"/>
    </lcf76f155ced4ddcb4097134ff3c332f>
    <TaxCatchAll xmlns="53f9fcf5-1486-426e-b8d3-ce7def6356f0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62846A4520E7A47AA2DA4786148611F" ma:contentTypeVersion="12" ma:contentTypeDescription="Create a new document." ma:contentTypeScope="" ma:versionID="e8ef63e639c77595db7c1010c48afcdb">
  <xsd:schema xmlns:xsd="http://www.w3.org/2001/XMLSchema" xmlns:xs="http://www.w3.org/2001/XMLSchema" xmlns:p="http://schemas.microsoft.com/office/2006/metadata/properties" xmlns:ns2="97be5517-c571-4c78-9c92-450474ca01ae" xmlns:ns3="53f9fcf5-1486-426e-b8d3-ce7def6356f0" targetNamespace="http://schemas.microsoft.com/office/2006/metadata/properties" ma:root="true" ma:fieldsID="6c5e7780c669952f92bf626696d59190" ns2:_="" ns3:_="">
    <xsd:import namespace="97be5517-c571-4c78-9c92-450474ca01ae"/>
    <xsd:import namespace="53f9fcf5-1486-426e-b8d3-ce7def6356f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be5517-c571-4c78-9c92-450474ca01a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0513edf-9d01-408c-8f50-b47e619fdba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3f9fcf5-1486-426e-b8d3-ce7def6356f0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f00d9643-6bf8-4329-bc52-948e36d37f37}" ma:internalName="TaxCatchAll" ma:showField="CatchAllData" ma:web="53f9fcf5-1486-426e-b8d3-ce7def6356f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0D21D13-A0DF-4EDC-88B1-FE4658790D44}">
  <ds:schemaRefs>
    <ds:schemaRef ds:uri="http://schemas.microsoft.com/office/2006/metadata/properties"/>
    <ds:schemaRef ds:uri="http://schemas.microsoft.com/office/infopath/2007/PartnerControls"/>
    <ds:schemaRef ds:uri="97be5517-c571-4c78-9c92-450474ca01ae"/>
    <ds:schemaRef ds:uri="53f9fcf5-1486-426e-b8d3-ce7def6356f0"/>
  </ds:schemaRefs>
</ds:datastoreItem>
</file>

<file path=customXml/itemProps2.xml><?xml version="1.0" encoding="utf-8"?>
<ds:datastoreItem xmlns:ds="http://schemas.openxmlformats.org/officeDocument/2006/customXml" ds:itemID="{EE4E296F-6AC0-4F2C-99FD-3CC4B9B6361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7be5517-c571-4c78-9c92-450474ca01ae"/>
    <ds:schemaRef ds:uri="53f9fcf5-1486-426e-b8d3-ce7def6356f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6610264-B2B2-4C20-A802-BCCC99915F9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370</TotalTime>
  <Words>690</Words>
  <Application>Microsoft Office PowerPoint</Application>
  <PresentationFormat>Custom</PresentationFormat>
  <Paragraphs>123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Arial</vt:lpstr>
      <vt:lpstr>Arial MT</vt:lpstr>
      <vt:lpstr>Calibri</vt:lpstr>
      <vt:lpstr>Courier New</vt:lpstr>
      <vt:lpstr>Lato</vt:lpstr>
      <vt:lpstr>Lucida Sans Unicode</vt:lpstr>
      <vt:lpstr>Microsoft Sans Serif</vt:lpstr>
      <vt:lpstr>Tahoma</vt:lpstr>
      <vt:lpstr>Office Theme</vt:lpstr>
      <vt:lpstr>Angular Day3</vt:lpstr>
      <vt:lpstr>Improving Our Components</vt:lpstr>
      <vt:lpstr>An interface is a specification  identifying a related set of  properties and methods.</vt:lpstr>
      <vt:lpstr>Two Ways to Use an Interface</vt:lpstr>
      <vt:lpstr>Declaring an Interface as a Data Type</vt:lpstr>
      <vt:lpstr>Using an Interface as a Data Type</vt:lpstr>
      <vt:lpstr>Component Lifecycle</vt:lpstr>
      <vt:lpstr>PowerPoint Presentation</vt:lpstr>
      <vt:lpstr>Component Lifecycle Hooks</vt:lpstr>
      <vt:lpstr>Using a Lifecycle Hook</vt:lpstr>
      <vt:lpstr>Interface  Checklist:  Interface as a  Feature Set</vt:lpstr>
      <vt:lpstr>Lifecycle Hook  Checklist:  Using  Lifecycle  Hooks</vt:lpstr>
      <vt:lpstr>Service</vt:lpstr>
      <vt:lpstr>PowerPoint Presentation</vt:lpstr>
      <vt:lpstr>Service  Checklist:  Building a  Service</vt:lpstr>
      <vt:lpstr>Service  Checklist:  Registering a  Service</vt:lpstr>
      <vt:lpstr>Service  Checklist:  Dependency  Injection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Angular Day3</dc:title>
  <cp:lastModifiedBy>Ahmad Mohamd Foaad</cp:lastModifiedBy>
  <cp:revision>6</cp:revision>
  <dcterms:created xsi:type="dcterms:W3CDTF">2023-05-13T06:03:23Z</dcterms:created>
  <dcterms:modified xsi:type="dcterms:W3CDTF">2026-07-10T16:48:45Z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2021-06-09T00:00:00Z</vt:filetime>
  </property>
  <property fmtid="{D5CDD505-2E9C-101B-9397-08002B2CF9AE}" pid="3" name="LastSaved">
    <vt:filetime>2023-05-13T00:00:00Z</vt:filetime>
  </property>
  <property fmtid="{D5CDD505-2E9C-101B-9397-08002B2CF9AE}" pid="4" name="ContentTypeId">
    <vt:lpwstr>0x010100962846A4520E7A47AA2DA4786148611F</vt:lpwstr>
  </property>
</Properties>
</file>